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51" r:id="rId3"/>
  </p:sldMasterIdLst>
  <p:notesMasterIdLst>
    <p:notesMasterId r:id="rId5"/>
  </p:notesMasterIdLst>
  <p:sldIdLst>
    <p:sldId id="256" r:id="rId4"/>
    <p:sldId id="259" r:id="rId6"/>
    <p:sldId id="260" r:id="rId7"/>
    <p:sldId id="271" r:id="rId8"/>
    <p:sldId id="262" r:id="rId9"/>
    <p:sldId id="274" r:id="rId10"/>
    <p:sldId id="263" r:id="rId11"/>
    <p:sldId id="268" r:id="rId12"/>
    <p:sldId id="273" r:id="rId13"/>
  </p:sldIdLst>
  <p:sldSz cx="12192000" cy="6858000"/>
  <p:notesSz cx="6858000" cy="12192000"/>
  <p:embeddedFontLst>
    <p:embeddedFont>
      <p:font typeface="MiSans" pitchFamily="34" charset="-122"/>
      <p:regular r:id="rId17"/>
    </p:embeddedFont>
    <p:embeddedFont>
      <p:font typeface="MiSans" pitchFamily="34" charset="-120"/>
      <p:regular r:id="rId18"/>
    </p:embeddedFont>
    <p:embeddedFont>
      <p:font typeface="Noto Sans SC" panose="020B0200000000000000" pitchFamily="34" charset="-122"/>
      <p:regular r:id="rId19"/>
    </p:embeddedFont>
    <p:embeddedFont>
      <p:font typeface="Noto Sans SC" panose="020B0200000000000000" pitchFamily="34" charset="-120"/>
      <p:regular r:id="rId20"/>
    </p:embeddedFont>
    <p:embeddedFont>
      <p:font typeface="Calibri" panose="020F0502020204030204" charset="0"/>
      <p:regular r:id="rId21"/>
      <p:bold r:id="rId22"/>
      <p:italic r:id="rId23"/>
      <p:boldItalic r:id="rId2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4" Type="http://schemas.openxmlformats.org/officeDocument/2006/relationships/font" Target="fonts/font8.fntdata"/><Relationship Id="rId23" Type="http://schemas.openxmlformats.org/officeDocument/2006/relationships/font" Target="fonts/font7.fntdata"/><Relationship Id="rId22" Type="http://schemas.openxmlformats.org/officeDocument/2006/relationships/font" Target="fonts/font6.fntdata"/><Relationship Id="rId21" Type="http://schemas.openxmlformats.org/officeDocument/2006/relationships/font" Target="fonts/font5.fntdata"/><Relationship Id="rId20" Type="http://schemas.openxmlformats.org/officeDocument/2006/relationships/font" Target="fonts/font4.fntdata"/><Relationship Id="rId2" Type="http://schemas.openxmlformats.org/officeDocument/2006/relationships/theme" Target="theme/theme1.xml"/><Relationship Id="rId19" Type="http://schemas.openxmlformats.org/officeDocument/2006/relationships/font" Target="fonts/font3.fntdata"/><Relationship Id="rId18" Type="http://schemas.openxmlformats.org/officeDocument/2006/relationships/font" Target="fonts/font2.fntdata"/><Relationship Id="rId17" Type="http://schemas.openxmlformats.org/officeDocument/2006/relationships/font" Target="fonts/font1.fntdata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image" Target="../media/image5.png"/><Relationship Id="rId13" Type="http://schemas.openxmlformats.org/officeDocument/2006/relationships/notesSlide" Target="../notesSlides/notesSlide3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8.png"/><Relationship Id="rId10" Type="http://schemas.openxmlformats.org/officeDocument/2006/relationships/tags" Target="../tags/tag10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3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5.xml"/><Relationship Id="rId8" Type="http://schemas.openxmlformats.org/officeDocument/2006/relationships/tags" Target="../tags/tag14.xml"/><Relationship Id="rId7" Type="http://schemas.openxmlformats.org/officeDocument/2006/relationships/tags" Target="../tags/tag13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5.png"/><Relationship Id="rId18" Type="http://schemas.openxmlformats.org/officeDocument/2006/relationships/notesSlide" Target="../notesSlides/notesSlide6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22.xml"/><Relationship Id="rId15" Type="http://schemas.openxmlformats.org/officeDocument/2006/relationships/tags" Target="../tags/tag21.xml"/><Relationship Id="rId14" Type="http://schemas.openxmlformats.org/officeDocument/2006/relationships/tags" Target="../tags/tag20.xml"/><Relationship Id="rId13" Type="http://schemas.openxmlformats.org/officeDocument/2006/relationships/tags" Target="../tags/tag19.xml"/><Relationship Id="rId12" Type="http://schemas.openxmlformats.org/officeDocument/2006/relationships/tags" Target="../tags/tag18.xml"/><Relationship Id="rId11" Type="http://schemas.openxmlformats.org/officeDocument/2006/relationships/tags" Target="../tags/tag17.xml"/><Relationship Id="rId10" Type="http://schemas.openxmlformats.org/officeDocument/2006/relationships/tags" Target="../tags/tag16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image" Target="../media/image5.png"/><Relationship Id="rId14" Type="http://schemas.openxmlformats.org/officeDocument/2006/relationships/notesSlide" Target="../notesSlides/notesSlide7.xml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14.png"/><Relationship Id="rId11" Type="http://schemas.openxmlformats.org/officeDocument/2006/relationships/tags" Target="../tags/tag31.xml"/><Relationship Id="rId10" Type="http://schemas.openxmlformats.org/officeDocument/2006/relationships/tags" Target="../tags/tag30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2-d2v63jlnfo2stf9dk4s0.jpg"/>
          <p:cNvPicPr>
            <a:picLocks noChangeAspect="1"/>
          </p:cNvPicPr>
          <p:nvPr/>
        </p:nvPicPr>
        <p:blipFill>
          <a:blip r:embed="rId1"/>
          <a:srcRect l="2846" t="2254" r="3013" b="8961"/>
          <a:stretch>
            <a:fillRect/>
          </a:stretch>
        </p:blipFill>
        <p:spPr>
          <a:xfrm rot="21600000">
            <a:off x="-21590" y="0"/>
            <a:ext cx="12213590" cy="6870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40585" y="2528570"/>
            <a:ext cx="7750810" cy="11068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6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WanderLog </a:t>
            </a:r>
            <a:endParaRPr lang="en-US" sz="1600" dirty="0"/>
          </a:p>
        </p:txBody>
      </p:sp>
      <p:sp>
        <p:nvSpPr>
          <p:cNvPr id="7" name="Shape 4"/>
          <p:cNvSpPr/>
          <p:nvPr>
            <p:custDataLst>
              <p:tags r:id="rId2"/>
            </p:custDataLst>
          </p:nvPr>
        </p:nvSpPr>
        <p:spPr>
          <a:xfrm>
            <a:off x="6146165" y="4424045"/>
            <a:ext cx="2311400" cy="502920"/>
          </a:xfrm>
          <a:prstGeom prst="roundRect">
            <a:avLst>
              <a:gd name="adj" fmla="val 50000"/>
            </a:avLst>
          </a:prstGeom>
          <a:solidFill>
            <a:srgbClr val="015DBB"/>
          </a:solidFill>
        </p:spPr>
      </p:sp>
      <p:sp>
        <p:nvSpPr>
          <p:cNvPr id="8" name="Text 5"/>
          <p:cNvSpPr/>
          <p:nvPr/>
        </p:nvSpPr>
        <p:spPr>
          <a:xfrm>
            <a:off x="6146165" y="4424045"/>
            <a:ext cx="2311400" cy="5029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Text 6"/>
          <p:cNvSpPr/>
          <p:nvPr>
            <p:custDataLst>
              <p:tags r:id="rId3"/>
            </p:custDataLst>
          </p:nvPr>
        </p:nvSpPr>
        <p:spPr>
          <a:xfrm>
            <a:off x="6111240" y="4476115"/>
            <a:ext cx="2385695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2025.10.15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93745" y="4728174"/>
            <a:ext cx="1141923" cy="723293"/>
          </a:xfrm>
          <a:custGeom>
            <a:avLst/>
            <a:gdLst/>
            <a:ahLst/>
            <a:cxnLst/>
            <a:rect l="l" t="t" r="r" b="b"/>
            <a:pathLst>
              <a:path w="1141923" h="723293">
                <a:moveTo>
                  <a:pt x="50838" y="25788"/>
                </a:moveTo>
                <a:cubicBezTo>
                  <a:pt x="50838" y="40086"/>
                  <a:pt x="39239" y="51676"/>
                  <a:pt x="24931" y="51676"/>
                </a:cubicBezTo>
                <a:cubicBezTo>
                  <a:pt x="10623" y="51676"/>
                  <a:pt x="-976" y="40086"/>
                  <a:pt x="-976" y="25788"/>
                </a:cubicBezTo>
                <a:cubicBezTo>
                  <a:pt x="-976" y="11490"/>
                  <a:pt x="10623" y="-101"/>
                  <a:pt x="24931" y="-101"/>
                </a:cubicBezTo>
                <a:cubicBezTo>
                  <a:pt x="39233" y="-108"/>
                  <a:pt x="50831" y="11473"/>
                  <a:pt x="50838" y="25763"/>
                </a:cubicBezTo>
                <a:cubicBezTo>
                  <a:pt x="50838" y="25772"/>
                  <a:pt x="50838" y="25780"/>
                  <a:pt x="50838" y="25788"/>
                </a:cubicBezTo>
                <a:close/>
                <a:moveTo>
                  <a:pt x="269068" y="25788"/>
                </a:moveTo>
                <a:cubicBezTo>
                  <a:pt x="269068" y="40086"/>
                  <a:pt x="257469" y="51676"/>
                  <a:pt x="243160" y="51676"/>
                </a:cubicBezTo>
                <a:cubicBezTo>
                  <a:pt x="228853" y="51676"/>
                  <a:pt x="217253" y="40086"/>
                  <a:pt x="217253" y="25788"/>
                </a:cubicBezTo>
                <a:cubicBezTo>
                  <a:pt x="217253" y="11490"/>
                  <a:pt x="228853" y="-101"/>
                  <a:pt x="243160" y="-101"/>
                </a:cubicBezTo>
                <a:cubicBezTo>
                  <a:pt x="257461" y="-84"/>
                  <a:pt x="269051" y="11497"/>
                  <a:pt x="269068" y="25788"/>
                </a:cubicBezTo>
                <a:close/>
                <a:moveTo>
                  <a:pt x="487237" y="25788"/>
                </a:moveTo>
                <a:cubicBezTo>
                  <a:pt x="487237" y="40086"/>
                  <a:pt x="475637" y="51676"/>
                  <a:pt x="461329" y="51676"/>
                </a:cubicBezTo>
                <a:cubicBezTo>
                  <a:pt x="447021" y="51676"/>
                  <a:pt x="435422" y="40086"/>
                  <a:pt x="435422" y="25788"/>
                </a:cubicBezTo>
                <a:cubicBezTo>
                  <a:pt x="435422" y="11490"/>
                  <a:pt x="447021" y="-101"/>
                  <a:pt x="461329" y="-101"/>
                </a:cubicBezTo>
                <a:cubicBezTo>
                  <a:pt x="475631" y="-108"/>
                  <a:pt x="487229" y="11473"/>
                  <a:pt x="487237" y="25763"/>
                </a:cubicBezTo>
                <a:cubicBezTo>
                  <a:pt x="487237" y="25772"/>
                  <a:pt x="487237" y="25780"/>
                  <a:pt x="487237" y="25788"/>
                </a:cubicBezTo>
                <a:close/>
                <a:moveTo>
                  <a:pt x="705466" y="25788"/>
                </a:moveTo>
                <a:cubicBezTo>
                  <a:pt x="705466" y="40086"/>
                  <a:pt x="693867" y="51676"/>
                  <a:pt x="679559" y="51676"/>
                </a:cubicBezTo>
                <a:cubicBezTo>
                  <a:pt x="665250" y="51676"/>
                  <a:pt x="653652" y="40086"/>
                  <a:pt x="653652" y="25788"/>
                </a:cubicBezTo>
                <a:cubicBezTo>
                  <a:pt x="653652" y="11490"/>
                  <a:pt x="665250" y="-101"/>
                  <a:pt x="679559" y="-101"/>
                </a:cubicBezTo>
                <a:cubicBezTo>
                  <a:pt x="693861" y="-108"/>
                  <a:pt x="705458" y="11473"/>
                  <a:pt x="705466" y="25763"/>
                </a:cubicBezTo>
                <a:cubicBezTo>
                  <a:pt x="705466" y="25772"/>
                  <a:pt x="705466" y="25780"/>
                  <a:pt x="705466" y="25788"/>
                </a:cubicBezTo>
                <a:close/>
                <a:moveTo>
                  <a:pt x="923695" y="25788"/>
                </a:moveTo>
                <a:cubicBezTo>
                  <a:pt x="923695" y="40086"/>
                  <a:pt x="912096" y="51676"/>
                  <a:pt x="897788" y="51676"/>
                </a:cubicBezTo>
                <a:cubicBezTo>
                  <a:pt x="883481" y="51676"/>
                  <a:pt x="871881" y="40086"/>
                  <a:pt x="871881" y="25788"/>
                </a:cubicBezTo>
                <a:cubicBezTo>
                  <a:pt x="871881" y="11490"/>
                  <a:pt x="883481" y="-101"/>
                  <a:pt x="897788" y="-101"/>
                </a:cubicBezTo>
                <a:cubicBezTo>
                  <a:pt x="912090" y="-108"/>
                  <a:pt x="923688" y="11473"/>
                  <a:pt x="923695" y="25763"/>
                </a:cubicBezTo>
                <a:cubicBezTo>
                  <a:pt x="923695" y="25772"/>
                  <a:pt x="923695" y="25780"/>
                  <a:pt x="923695" y="25788"/>
                </a:cubicBezTo>
                <a:close/>
                <a:moveTo>
                  <a:pt x="1141923" y="25788"/>
                </a:moveTo>
                <a:cubicBezTo>
                  <a:pt x="1141923" y="40086"/>
                  <a:pt x="1130324" y="51676"/>
                  <a:pt x="1116016" y="51676"/>
                </a:cubicBezTo>
                <a:cubicBezTo>
                  <a:pt x="1101708" y="51676"/>
                  <a:pt x="1090109" y="40086"/>
                  <a:pt x="1090109" y="25788"/>
                </a:cubicBezTo>
                <a:cubicBezTo>
                  <a:pt x="1090109" y="11490"/>
                  <a:pt x="1101708" y="-101"/>
                  <a:pt x="1116016" y="-101"/>
                </a:cubicBezTo>
                <a:cubicBezTo>
                  <a:pt x="1130316" y="-84"/>
                  <a:pt x="1141907" y="11497"/>
                  <a:pt x="1141923" y="25788"/>
                </a:cubicBezTo>
                <a:close/>
                <a:moveTo>
                  <a:pt x="50838" y="193692"/>
                </a:moveTo>
                <a:cubicBezTo>
                  <a:pt x="50838" y="207990"/>
                  <a:pt x="39239" y="219580"/>
                  <a:pt x="24931" y="219580"/>
                </a:cubicBezTo>
                <a:cubicBezTo>
                  <a:pt x="10623" y="219580"/>
                  <a:pt x="-976" y="207990"/>
                  <a:pt x="-976" y="193692"/>
                </a:cubicBezTo>
                <a:cubicBezTo>
                  <a:pt x="-976" y="179394"/>
                  <a:pt x="10623" y="167803"/>
                  <a:pt x="24931" y="167803"/>
                </a:cubicBezTo>
                <a:cubicBezTo>
                  <a:pt x="39233" y="167796"/>
                  <a:pt x="50831" y="179377"/>
                  <a:pt x="50838" y="193668"/>
                </a:cubicBezTo>
                <a:cubicBezTo>
                  <a:pt x="50838" y="193676"/>
                  <a:pt x="50838" y="193684"/>
                  <a:pt x="50838" y="193692"/>
                </a:cubicBezTo>
                <a:close/>
                <a:moveTo>
                  <a:pt x="269068" y="193692"/>
                </a:moveTo>
                <a:cubicBezTo>
                  <a:pt x="269068" y="207990"/>
                  <a:pt x="257469" y="219580"/>
                  <a:pt x="243160" y="219580"/>
                </a:cubicBezTo>
                <a:cubicBezTo>
                  <a:pt x="228853" y="219580"/>
                  <a:pt x="217253" y="207990"/>
                  <a:pt x="217253" y="193692"/>
                </a:cubicBezTo>
                <a:cubicBezTo>
                  <a:pt x="217253" y="179394"/>
                  <a:pt x="228853" y="167803"/>
                  <a:pt x="243160" y="167803"/>
                </a:cubicBezTo>
                <a:cubicBezTo>
                  <a:pt x="257461" y="167820"/>
                  <a:pt x="269051" y="179401"/>
                  <a:pt x="269068" y="193692"/>
                </a:cubicBezTo>
                <a:close/>
                <a:moveTo>
                  <a:pt x="487237" y="193692"/>
                </a:moveTo>
                <a:cubicBezTo>
                  <a:pt x="487237" y="207990"/>
                  <a:pt x="475637" y="219580"/>
                  <a:pt x="461329" y="219580"/>
                </a:cubicBezTo>
                <a:cubicBezTo>
                  <a:pt x="447021" y="219580"/>
                  <a:pt x="435422" y="207990"/>
                  <a:pt x="435422" y="193692"/>
                </a:cubicBezTo>
                <a:cubicBezTo>
                  <a:pt x="435422" y="179394"/>
                  <a:pt x="447021" y="167803"/>
                  <a:pt x="461329" y="167803"/>
                </a:cubicBezTo>
                <a:cubicBezTo>
                  <a:pt x="475631" y="167796"/>
                  <a:pt x="487229" y="179377"/>
                  <a:pt x="487237" y="193668"/>
                </a:cubicBezTo>
                <a:cubicBezTo>
                  <a:pt x="487237" y="193676"/>
                  <a:pt x="487237" y="193684"/>
                  <a:pt x="487237" y="193692"/>
                </a:cubicBezTo>
                <a:close/>
                <a:moveTo>
                  <a:pt x="705466" y="193692"/>
                </a:moveTo>
                <a:cubicBezTo>
                  <a:pt x="705466" y="207990"/>
                  <a:pt x="693867" y="219580"/>
                  <a:pt x="679559" y="219580"/>
                </a:cubicBezTo>
                <a:cubicBezTo>
                  <a:pt x="665250" y="219580"/>
                  <a:pt x="653652" y="207990"/>
                  <a:pt x="653652" y="193692"/>
                </a:cubicBezTo>
                <a:cubicBezTo>
                  <a:pt x="653652" y="179394"/>
                  <a:pt x="665250" y="167803"/>
                  <a:pt x="679559" y="167803"/>
                </a:cubicBezTo>
                <a:cubicBezTo>
                  <a:pt x="693861" y="167796"/>
                  <a:pt x="705458" y="179377"/>
                  <a:pt x="705466" y="193668"/>
                </a:cubicBezTo>
                <a:cubicBezTo>
                  <a:pt x="705466" y="193676"/>
                  <a:pt x="705466" y="193684"/>
                  <a:pt x="705466" y="193692"/>
                </a:cubicBezTo>
                <a:close/>
                <a:moveTo>
                  <a:pt x="923695" y="193692"/>
                </a:moveTo>
                <a:cubicBezTo>
                  <a:pt x="923695" y="207990"/>
                  <a:pt x="912096" y="219580"/>
                  <a:pt x="897788" y="219580"/>
                </a:cubicBezTo>
                <a:cubicBezTo>
                  <a:pt x="883481" y="219580"/>
                  <a:pt x="871881" y="207990"/>
                  <a:pt x="871881" y="193692"/>
                </a:cubicBezTo>
                <a:cubicBezTo>
                  <a:pt x="871881" y="179394"/>
                  <a:pt x="883481" y="167803"/>
                  <a:pt x="897788" y="167803"/>
                </a:cubicBezTo>
                <a:cubicBezTo>
                  <a:pt x="912090" y="167796"/>
                  <a:pt x="923688" y="179377"/>
                  <a:pt x="923695" y="193668"/>
                </a:cubicBezTo>
                <a:cubicBezTo>
                  <a:pt x="923695" y="193676"/>
                  <a:pt x="923695" y="193684"/>
                  <a:pt x="923695" y="193692"/>
                </a:cubicBezTo>
                <a:close/>
                <a:moveTo>
                  <a:pt x="1141923" y="193692"/>
                </a:moveTo>
                <a:cubicBezTo>
                  <a:pt x="1141923" y="207990"/>
                  <a:pt x="1130324" y="219580"/>
                  <a:pt x="1116016" y="219580"/>
                </a:cubicBezTo>
                <a:cubicBezTo>
                  <a:pt x="1101708" y="219580"/>
                  <a:pt x="1090109" y="207990"/>
                  <a:pt x="1090109" y="193692"/>
                </a:cubicBezTo>
                <a:cubicBezTo>
                  <a:pt x="1090109" y="179394"/>
                  <a:pt x="1101708" y="167803"/>
                  <a:pt x="1116016" y="167803"/>
                </a:cubicBezTo>
                <a:cubicBezTo>
                  <a:pt x="1130316" y="167820"/>
                  <a:pt x="1141907" y="179401"/>
                  <a:pt x="1141923" y="193692"/>
                </a:cubicBezTo>
                <a:close/>
                <a:moveTo>
                  <a:pt x="50838" y="361596"/>
                </a:moveTo>
                <a:cubicBezTo>
                  <a:pt x="50838" y="375894"/>
                  <a:pt x="39239" y="387485"/>
                  <a:pt x="24931" y="387485"/>
                </a:cubicBezTo>
                <a:cubicBezTo>
                  <a:pt x="10623" y="387485"/>
                  <a:pt x="-976" y="375894"/>
                  <a:pt x="-976" y="361596"/>
                </a:cubicBezTo>
                <a:cubicBezTo>
                  <a:pt x="-976" y="347298"/>
                  <a:pt x="10623" y="335707"/>
                  <a:pt x="24931" y="335707"/>
                </a:cubicBezTo>
                <a:cubicBezTo>
                  <a:pt x="39233" y="335700"/>
                  <a:pt x="50831" y="347280"/>
                  <a:pt x="50838" y="361571"/>
                </a:cubicBezTo>
                <a:cubicBezTo>
                  <a:pt x="50838" y="361579"/>
                  <a:pt x="50838" y="361588"/>
                  <a:pt x="50838" y="361596"/>
                </a:cubicBezTo>
                <a:close/>
                <a:moveTo>
                  <a:pt x="269068" y="361596"/>
                </a:moveTo>
                <a:cubicBezTo>
                  <a:pt x="269068" y="375894"/>
                  <a:pt x="257469" y="387485"/>
                  <a:pt x="243160" y="387485"/>
                </a:cubicBezTo>
                <a:cubicBezTo>
                  <a:pt x="228853" y="387485"/>
                  <a:pt x="217253" y="375894"/>
                  <a:pt x="217253" y="361596"/>
                </a:cubicBezTo>
                <a:cubicBezTo>
                  <a:pt x="217253" y="347298"/>
                  <a:pt x="228853" y="335707"/>
                  <a:pt x="243160" y="335707"/>
                </a:cubicBezTo>
                <a:cubicBezTo>
                  <a:pt x="257461" y="335724"/>
                  <a:pt x="269051" y="347305"/>
                  <a:pt x="269068" y="361596"/>
                </a:cubicBezTo>
                <a:close/>
                <a:moveTo>
                  <a:pt x="487237" y="361596"/>
                </a:moveTo>
                <a:cubicBezTo>
                  <a:pt x="487237" y="375894"/>
                  <a:pt x="475637" y="387485"/>
                  <a:pt x="461329" y="387485"/>
                </a:cubicBezTo>
                <a:cubicBezTo>
                  <a:pt x="447021" y="387485"/>
                  <a:pt x="435422" y="375894"/>
                  <a:pt x="435422" y="361596"/>
                </a:cubicBezTo>
                <a:cubicBezTo>
                  <a:pt x="435422" y="347298"/>
                  <a:pt x="447021" y="335707"/>
                  <a:pt x="461329" y="335707"/>
                </a:cubicBezTo>
                <a:cubicBezTo>
                  <a:pt x="475631" y="335700"/>
                  <a:pt x="487229" y="347280"/>
                  <a:pt x="487237" y="361571"/>
                </a:cubicBezTo>
                <a:cubicBezTo>
                  <a:pt x="487237" y="361579"/>
                  <a:pt x="487237" y="361588"/>
                  <a:pt x="487237" y="361596"/>
                </a:cubicBezTo>
                <a:close/>
                <a:moveTo>
                  <a:pt x="705466" y="361596"/>
                </a:moveTo>
                <a:cubicBezTo>
                  <a:pt x="705466" y="375894"/>
                  <a:pt x="693867" y="387485"/>
                  <a:pt x="679559" y="387485"/>
                </a:cubicBezTo>
                <a:cubicBezTo>
                  <a:pt x="665250" y="387485"/>
                  <a:pt x="653652" y="375894"/>
                  <a:pt x="653652" y="361596"/>
                </a:cubicBezTo>
                <a:cubicBezTo>
                  <a:pt x="653652" y="347298"/>
                  <a:pt x="665250" y="335707"/>
                  <a:pt x="679559" y="335707"/>
                </a:cubicBezTo>
                <a:cubicBezTo>
                  <a:pt x="693861" y="335700"/>
                  <a:pt x="705458" y="347280"/>
                  <a:pt x="705466" y="361571"/>
                </a:cubicBezTo>
                <a:cubicBezTo>
                  <a:pt x="705466" y="361579"/>
                  <a:pt x="705466" y="361588"/>
                  <a:pt x="705466" y="361596"/>
                </a:cubicBezTo>
                <a:close/>
                <a:moveTo>
                  <a:pt x="923695" y="361596"/>
                </a:moveTo>
                <a:cubicBezTo>
                  <a:pt x="923695" y="375894"/>
                  <a:pt x="912096" y="387485"/>
                  <a:pt x="897788" y="387485"/>
                </a:cubicBezTo>
                <a:cubicBezTo>
                  <a:pt x="883481" y="387485"/>
                  <a:pt x="871881" y="375894"/>
                  <a:pt x="871881" y="361596"/>
                </a:cubicBezTo>
                <a:cubicBezTo>
                  <a:pt x="871881" y="347298"/>
                  <a:pt x="883481" y="335707"/>
                  <a:pt x="897788" y="335707"/>
                </a:cubicBezTo>
                <a:cubicBezTo>
                  <a:pt x="912090" y="335700"/>
                  <a:pt x="923688" y="347280"/>
                  <a:pt x="923695" y="361571"/>
                </a:cubicBezTo>
                <a:cubicBezTo>
                  <a:pt x="923695" y="361579"/>
                  <a:pt x="923695" y="361588"/>
                  <a:pt x="923695" y="361596"/>
                </a:cubicBezTo>
                <a:close/>
                <a:moveTo>
                  <a:pt x="1141923" y="361596"/>
                </a:moveTo>
                <a:cubicBezTo>
                  <a:pt x="1141923" y="375894"/>
                  <a:pt x="1130324" y="387485"/>
                  <a:pt x="1116016" y="387485"/>
                </a:cubicBezTo>
                <a:cubicBezTo>
                  <a:pt x="1101708" y="387485"/>
                  <a:pt x="1090109" y="375894"/>
                  <a:pt x="1090109" y="361596"/>
                </a:cubicBezTo>
                <a:cubicBezTo>
                  <a:pt x="1090109" y="347298"/>
                  <a:pt x="1101708" y="335707"/>
                  <a:pt x="1116016" y="335707"/>
                </a:cubicBezTo>
                <a:cubicBezTo>
                  <a:pt x="1130316" y="335724"/>
                  <a:pt x="1141907" y="347305"/>
                  <a:pt x="1141923" y="361596"/>
                </a:cubicBezTo>
                <a:close/>
                <a:moveTo>
                  <a:pt x="50838" y="529500"/>
                </a:moveTo>
                <a:cubicBezTo>
                  <a:pt x="50838" y="543798"/>
                  <a:pt x="39239" y="555389"/>
                  <a:pt x="24931" y="555389"/>
                </a:cubicBezTo>
                <a:cubicBezTo>
                  <a:pt x="10623" y="555389"/>
                  <a:pt x="-976" y="543798"/>
                  <a:pt x="-976" y="529500"/>
                </a:cubicBezTo>
                <a:cubicBezTo>
                  <a:pt x="-976" y="515202"/>
                  <a:pt x="10623" y="503612"/>
                  <a:pt x="24931" y="503612"/>
                </a:cubicBezTo>
                <a:cubicBezTo>
                  <a:pt x="39233" y="503605"/>
                  <a:pt x="50831" y="515184"/>
                  <a:pt x="50838" y="529475"/>
                </a:cubicBezTo>
                <a:cubicBezTo>
                  <a:pt x="50838" y="529484"/>
                  <a:pt x="50838" y="529492"/>
                  <a:pt x="50838" y="529500"/>
                </a:cubicBezTo>
                <a:close/>
                <a:moveTo>
                  <a:pt x="269068" y="529500"/>
                </a:moveTo>
                <a:cubicBezTo>
                  <a:pt x="269068" y="543798"/>
                  <a:pt x="257469" y="555389"/>
                  <a:pt x="243160" y="555389"/>
                </a:cubicBezTo>
                <a:cubicBezTo>
                  <a:pt x="228853" y="555389"/>
                  <a:pt x="217253" y="543798"/>
                  <a:pt x="217253" y="529500"/>
                </a:cubicBezTo>
                <a:cubicBezTo>
                  <a:pt x="217253" y="515202"/>
                  <a:pt x="228853" y="503612"/>
                  <a:pt x="243160" y="503612"/>
                </a:cubicBezTo>
                <a:cubicBezTo>
                  <a:pt x="257461" y="503629"/>
                  <a:pt x="269051" y="515209"/>
                  <a:pt x="269068" y="529500"/>
                </a:cubicBezTo>
                <a:close/>
                <a:moveTo>
                  <a:pt x="487237" y="529500"/>
                </a:moveTo>
                <a:cubicBezTo>
                  <a:pt x="487237" y="543798"/>
                  <a:pt x="475637" y="555389"/>
                  <a:pt x="461329" y="555389"/>
                </a:cubicBezTo>
                <a:cubicBezTo>
                  <a:pt x="447021" y="555389"/>
                  <a:pt x="435422" y="543798"/>
                  <a:pt x="435422" y="529500"/>
                </a:cubicBezTo>
                <a:cubicBezTo>
                  <a:pt x="435422" y="515202"/>
                  <a:pt x="447021" y="503612"/>
                  <a:pt x="461329" y="503612"/>
                </a:cubicBezTo>
                <a:cubicBezTo>
                  <a:pt x="475631" y="503605"/>
                  <a:pt x="487229" y="515184"/>
                  <a:pt x="487237" y="529475"/>
                </a:cubicBezTo>
                <a:cubicBezTo>
                  <a:pt x="487237" y="529484"/>
                  <a:pt x="487237" y="529492"/>
                  <a:pt x="487237" y="529500"/>
                </a:cubicBezTo>
                <a:close/>
                <a:moveTo>
                  <a:pt x="705466" y="529500"/>
                </a:moveTo>
                <a:cubicBezTo>
                  <a:pt x="705466" y="543798"/>
                  <a:pt x="693867" y="555389"/>
                  <a:pt x="679559" y="555389"/>
                </a:cubicBezTo>
                <a:cubicBezTo>
                  <a:pt x="665250" y="555389"/>
                  <a:pt x="653652" y="543798"/>
                  <a:pt x="653652" y="529500"/>
                </a:cubicBezTo>
                <a:cubicBezTo>
                  <a:pt x="653652" y="515202"/>
                  <a:pt x="665250" y="503612"/>
                  <a:pt x="679559" y="503612"/>
                </a:cubicBezTo>
                <a:cubicBezTo>
                  <a:pt x="693861" y="503605"/>
                  <a:pt x="705458" y="515184"/>
                  <a:pt x="705466" y="529475"/>
                </a:cubicBezTo>
                <a:cubicBezTo>
                  <a:pt x="705466" y="529484"/>
                  <a:pt x="705466" y="529492"/>
                  <a:pt x="705466" y="529500"/>
                </a:cubicBezTo>
                <a:close/>
                <a:moveTo>
                  <a:pt x="923695" y="529500"/>
                </a:moveTo>
                <a:cubicBezTo>
                  <a:pt x="923695" y="543798"/>
                  <a:pt x="912096" y="555389"/>
                  <a:pt x="897788" y="555389"/>
                </a:cubicBezTo>
                <a:cubicBezTo>
                  <a:pt x="883481" y="555389"/>
                  <a:pt x="871881" y="543798"/>
                  <a:pt x="871881" y="529500"/>
                </a:cubicBezTo>
                <a:cubicBezTo>
                  <a:pt x="871881" y="515202"/>
                  <a:pt x="883481" y="503612"/>
                  <a:pt x="897788" y="503612"/>
                </a:cubicBezTo>
                <a:cubicBezTo>
                  <a:pt x="912090" y="503605"/>
                  <a:pt x="923688" y="515184"/>
                  <a:pt x="923695" y="529475"/>
                </a:cubicBezTo>
                <a:cubicBezTo>
                  <a:pt x="923695" y="529484"/>
                  <a:pt x="923695" y="529492"/>
                  <a:pt x="923695" y="529500"/>
                </a:cubicBezTo>
                <a:close/>
                <a:moveTo>
                  <a:pt x="1141923" y="529500"/>
                </a:moveTo>
                <a:cubicBezTo>
                  <a:pt x="1141923" y="543798"/>
                  <a:pt x="1130324" y="555389"/>
                  <a:pt x="1116016" y="555389"/>
                </a:cubicBezTo>
                <a:cubicBezTo>
                  <a:pt x="1101708" y="555389"/>
                  <a:pt x="1090109" y="543798"/>
                  <a:pt x="1090109" y="529500"/>
                </a:cubicBezTo>
                <a:cubicBezTo>
                  <a:pt x="1090109" y="515202"/>
                  <a:pt x="1101708" y="503612"/>
                  <a:pt x="1116016" y="503612"/>
                </a:cubicBezTo>
                <a:cubicBezTo>
                  <a:pt x="1130316" y="503629"/>
                  <a:pt x="1141907" y="515209"/>
                  <a:pt x="1141923" y="529500"/>
                </a:cubicBezTo>
                <a:close/>
                <a:moveTo>
                  <a:pt x="50838" y="697404"/>
                </a:moveTo>
                <a:cubicBezTo>
                  <a:pt x="50838" y="711702"/>
                  <a:pt x="39239" y="723293"/>
                  <a:pt x="24931" y="723293"/>
                </a:cubicBezTo>
                <a:cubicBezTo>
                  <a:pt x="10623" y="723293"/>
                  <a:pt x="-976" y="711702"/>
                  <a:pt x="-976" y="697404"/>
                </a:cubicBezTo>
                <a:cubicBezTo>
                  <a:pt x="-976" y="683106"/>
                  <a:pt x="10623" y="671516"/>
                  <a:pt x="24931" y="671516"/>
                </a:cubicBezTo>
                <a:cubicBezTo>
                  <a:pt x="39233" y="671509"/>
                  <a:pt x="50831" y="683088"/>
                  <a:pt x="50838" y="697379"/>
                </a:cubicBezTo>
                <a:cubicBezTo>
                  <a:pt x="50838" y="697387"/>
                  <a:pt x="50838" y="697395"/>
                  <a:pt x="50838" y="697404"/>
                </a:cubicBezTo>
                <a:close/>
                <a:moveTo>
                  <a:pt x="269068" y="697404"/>
                </a:moveTo>
                <a:cubicBezTo>
                  <a:pt x="269068" y="711702"/>
                  <a:pt x="257469" y="723293"/>
                  <a:pt x="243160" y="723293"/>
                </a:cubicBezTo>
                <a:cubicBezTo>
                  <a:pt x="228853" y="723293"/>
                  <a:pt x="217253" y="711702"/>
                  <a:pt x="217253" y="697404"/>
                </a:cubicBezTo>
                <a:cubicBezTo>
                  <a:pt x="217253" y="683106"/>
                  <a:pt x="228853" y="671516"/>
                  <a:pt x="243160" y="671516"/>
                </a:cubicBezTo>
                <a:cubicBezTo>
                  <a:pt x="257461" y="671532"/>
                  <a:pt x="269051" y="683113"/>
                  <a:pt x="269068" y="697404"/>
                </a:cubicBezTo>
                <a:close/>
                <a:moveTo>
                  <a:pt x="487237" y="697404"/>
                </a:moveTo>
                <a:cubicBezTo>
                  <a:pt x="487237" y="711702"/>
                  <a:pt x="475637" y="723293"/>
                  <a:pt x="461329" y="723293"/>
                </a:cubicBezTo>
                <a:cubicBezTo>
                  <a:pt x="447021" y="723293"/>
                  <a:pt x="435422" y="711702"/>
                  <a:pt x="435422" y="697404"/>
                </a:cubicBezTo>
                <a:cubicBezTo>
                  <a:pt x="435422" y="683106"/>
                  <a:pt x="447021" y="671516"/>
                  <a:pt x="461329" y="671516"/>
                </a:cubicBezTo>
                <a:cubicBezTo>
                  <a:pt x="475631" y="671509"/>
                  <a:pt x="487229" y="683088"/>
                  <a:pt x="487237" y="697379"/>
                </a:cubicBezTo>
                <a:cubicBezTo>
                  <a:pt x="487237" y="697387"/>
                  <a:pt x="487237" y="697395"/>
                  <a:pt x="487237" y="697404"/>
                </a:cubicBezTo>
                <a:close/>
                <a:moveTo>
                  <a:pt x="705466" y="697404"/>
                </a:moveTo>
                <a:cubicBezTo>
                  <a:pt x="705466" y="711702"/>
                  <a:pt x="693867" y="723293"/>
                  <a:pt x="679559" y="723293"/>
                </a:cubicBezTo>
                <a:cubicBezTo>
                  <a:pt x="665250" y="723293"/>
                  <a:pt x="653652" y="711702"/>
                  <a:pt x="653652" y="697404"/>
                </a:cubicBezTo>
                <a:cubicBezTo>
                  <a:pt x="653652" y="683106"/>
                  <a:pt x="665250" y="671516"/>
                  <a:pt x="679559" y="671516"/>
                </a:cubicBezTo>
                <a:cubicBezTo>
                  <a:pt x="693861" y="671509"/>
                  <a:pt x="705458" y="683088"/>
                  <a:pt x="705466" y="697379"/>
                </a:cubicBezTo>
                <a:cubicBezTo>
                  <a:pt x="705466" y="697387"/>
                  <a:pt x="705466" y="697395"/>
                  <a:pt x="705466" y="697404"/>
                </a:cubicBezTo>
                <a:close/>
                <a:moveTo>
                  <a:pt x="923695" y="697404"/>
                </a:moveTo>
                <a:cubicBezTo>
                  <a:pt x="923695" y="711702"/>
                  <a:pt x="912096" y="723293"/>
                  <a:pt x="897788" y="723293"/>
                </a:cubicBezTo>
                <a:cubicBezTo>
                  <a:pt x="883481" y="723293"/>
                  <a:pt x="871881" y="711702"/>
                  <a:pt x="871881" y="697404"/>
                </a:cubicBezTo>
                <a:cubicBezTo>
                  <a:pt x="871881" y="683106"/>
                  <a:pt x="883481" y="671516"/>
                  <a:pt x="897788" y="671516"/>
                </a:cubicBezTo>
                <a:cubicBezTo>
                  <a:pt x="912090" y="671509"/>
                  <a:pt x="923688" y="683088"/>
                  <a:pt x="923695" y="697379"/>
                </a:cubicBezTo>
                <a:cubicBezTo>
                  <a:pt x="923695" y="697387"/>
                  <a:pt x="923695" y="697395"/>
                  <a:pt x="923695" y="697404"/>
                </a:cubicBezTo>
                <a:close/>
                <a:moveTo>
                  <a:pt x="1141923" y="697404"/>
                </a:moveTo>
                <a:cubicBezTo>
                  <a:pt x="1141923" y="711702"/>
                  <a:pt x="1130324" y="723293"/>
                  <a:pt x="1116016" y="723293"/>
                </a:cubicBezTo>
                <a:cubicBezTo>
                  <a:pt x="1101708" y="723293"/>
                  <a:pt x="1090109" y="711702"/>
                  <a:pt x="1090109" y="697404"/>
                </a:cubicBezTo>
                <a:cubicBezTo>
                  <a:pt x="1090109" y="683106"/>
                  <a:pt x="1101708" y="671516"/>
                  <a:pt x="1116016" y="671516"/>
                </a:cubicBezTo>
                <a:cubicBezTo>
                  <a:pt x="1130316" y="671532"/>
                  <a:pt x="1141907" y="683113"/>
                  <a:pt x="1141923" y="697404"/>
                </a:cubicBezTo>
                <a:close/>
              </a:path>
            </a:pathLst>
          </a:custGeom>
          <a:solidFill>
            <a:srgbClr val="015DBB"/>
          </a:solidFill>
        </p:spPr>
      </p:sp>
      <p:sp>
        <p:nvSpPr>
          <p:cNvPr id="11" name="Text 8"/>
          <p:cNvSpPr/>
          <p:nvPr/>
        </p:nvSpPr>
        <p:spPr>
          <a:xfrm>
            <a:off x="893745" y="4728174"/>
            <a:ext cx="1141923" cy="723293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0230150" y="1569684"/>
            <a:ext cx="1141923" cy="723293"/>
          </a:xfrm>
          <a:custGeom>
            <a:avLst/>
            <a:gdLst/>
            <a:ahLst/>
            <a:cxnLst/>
            <a:rect l="l" t="t" r="r" b="b"/>
            <a:pathLst>
              <a:path w="1141923" h="723293">
                <a:moveTo>
                  <a:pt x="50838" y="25788"/>
                </a:moveTo>
                <a:cubicBezTo>
                  <a:pt x="50838" y="40086"/>
                  <a:pt x="39239" y="51676"/>
                  <a:pt x="24931" y="51676"/>
                </a:cubicBezTo>
                <a:cubicBezTo>
                  <a:pt x="10623" y="51676"/>
                  <a:pt x="-976" y="40086"/>
                  <a:pt x="-976" y="25788"/>
                </a:cubicBezTo>
                <a:cubicBezTo>
                  <a:pt x="-976" y="11490"/>
                  <a:pt x="10623" y="-101"/>
                  <a:pt x="24931" y="-101"/>
                </a:cubicBezTo>
                <a:cubicBezTo>
                  <a:pt x="39233" y="-108"/>
                  <a:pt x="50831" y="11473"/>
                  <a:pt x="50838" y="25763"/>
                </a:cubicBezTo>
                <a:cubicBezTo>
                  <a:pt x="50838" y="25772"/>
                  <a:pt x="50838" y="25780"/>
                  <a:pt x="50838" y="25788"/>
                </a:cubicBezTo>
                <a:close/>
                <a:moveTo>
                  <a:pt x="269068" y="25788"/>
                </a:moveTo>
                <a:cubicBezTo>
                  <a:pt x="269068" y="40086"/>
                  <a:pt x="257469" y="51676"/>
                  <a:pt x="243160" y="51676"/>
                </a:cubicBezTo>
                <a:cubicBezTo>
                  <a:pt x="228853" y="51676"/>
                  <a:pt x="217253" y="40086"/>
                  <a:pt x="217253" y="25788"/>
                </a:cubicBezTo>
                <a:cubicBezTo>
                  <a:pt x="217253" y="11490"/>
                  <a:pt x="228853" y="-101"/>
                  <a:pt x="243160" y="-101"/>
                </a:cubicBezTo>
                <a:cubicBezTo>
                  <a:pt x="257461" y="-84"/>
                  <a:pt x="269051" y="11497"/>
                  <a:pt x="269068" y="25788"/>
                </a:cubicBezTo>
                <a:close/>
                <a:moveTo>
                  <a:pt x="487237" y="25788"/>
                </a:moveTo>
                <a:cubicBezTo>
                  <a:pt x="487237" y="40086"/>
                  <a:pt x="475637" y="51676"/>
                  <a:pt x="461329" y="51676"/>
                </a:cubicBezTo>
                <a:cubicBezTo>
                  <a:pt x="447021" y="51676"/>
                  <a:pt x="435422" y="40086"/>
                  <a:pt x="435422" y="25788"/>
                </a:cubicBezTo>
                <a:cubicBezTo>
                  <a:pt x="435422" y="11490"/>
                  <a:pt x="447021" y="-101"/>
                  <a:pt x="461329" y="-101"/>
                </a:cubicBezTo>
                <a:cubicBezTo>
                  <a:pt x="475631" y="-108"/>
                  <a:pt x="487229" y="11473"/>
                  <a:pt x="487237" y="25763"/>
                </a:cubicBezTo>
                <a:cubicBezTo>
                  <a:pt x="487237" y="25772"/>
                  <a:pt x="487237" y="25780"/>
                  <a:pt x="487237" y="25788"/>
                </a:cubicBezTo>
                <a:close/>
                <a:moveTo>
                  <a:pt x="705466" y="25788"/>
                </a:moveTo>
                <a:cubicBezTo>
                  <a:pt x="705466" y="40086"/>
                  <a:pt x="693867" y="51676"/>
                  <a:pt x="679559" y="51676"/>
                </a:cubicBezTo>
                <a:cubicBezTo>
                  <a:pt x="665250" y="51676"/>
                  <a:pt x="653652" y="40086"/>
                  <a:pt x="653652" y="25788"/>
                </a:cubicBezTo>
                <a:cubicBezTo>
                  <a:pt x="653652" y="11490"/>
                  <a:pt x="665250" y="-101"/>
                  <a:pt x="679559" y="-101"/>
                </a:cubicBezTo>
                <a:cubicBezTo>
                  <a:pt x="693861" y="-108"/>
                  <a:pt x="705458" y="11473"/>
                  <a:pt x="705466" y="25763"/>
                </a:cubicBezTo>
                <a:cubicBezTo>
                  <a:pt x="705466" y="25772"/>
                  <a:pt x="705466" y="25780"/>
                  <a:pt x="705466" y="25788"/>
                </a:cubicBezTo>
                <a:close/>
                <a:moveTo>
                  <a:pt x="923695" y="25788"/>
                </a:moveTo>
                <a:cubicBezTo>
                  <a:pt x="923695" y="40086"/>
                  <a:pt x="912096" y="51676"/>
                  <a:pt x="897788" y="51676"/>
                </a:cubicBezTo>
                <a:cubicBezTo>
                  <a:pt x="883481" y="51676"/>
                  <a:pt x="871881" y="40086"/>
                  <a:pt x="871881" y="25788"/>
                </a:cubicBezTo>
                <a:cubicBezTo>
                  <a:pt x="871881" y="11490"/>
                  <a:pt x="883481" y="-101"/>
                  <a:pt x="897788" y="-101"/>
                </a:cubicBezTo>
                <a:cubicBezTo>
                  <a:pt x="912090" y="-108"/>
                  <a:pt x="923688" y="11473"/>
                  <a:pt x="923695" y="25763"/>
                </a:cubicBezTo>
                <a:cubicBezTo>
                  <a:pt x="923695" y="25772"/>
                  <a:pt x="923695" y="25780"/>
                  <a:pt x="923695" y="25788"/>
                </a:cubicBezTo>
                <a:close/>
                <a:moveTo>
                  <a:pt x="1141923" y="25788"/>
                </a:moveTo>
                <a:cubicBezTo>
                  <a:pt x="1141923" y="40086"/>
                  <a:pt x="1130324" y="51676"/>
                  <a:pt x="1116016" y="51676"/>
                </a:cubicBezTo>
                <a:cubicBezTo>
                  <a:pt x="1101708" y="51676"/>
                  <a:pt x="1090109" y="40086"/>
                  <a:pt x="1090109" y="25788"/>
                </a:cubicBezTo>
                <a:cubicBezTo>
                  <a:pt x="1090109" y="11490"/>
                  <a:pt x="1101708" y="-101"/>
                  <a:pt x="1116016" y="-101"/>
                </a:cubicBezTo>
                <a:cubicBezTo>
                  <a:pt x="1130316" y="-84"/>
                  <a:pt x="1141907" y="11497"/>
                  <a:pt x="1141923" y="25788"/>
                </a:cubicBezTo>
                <a:close/>
                <a:moveTo>
                  <a:pt x="50838" y="193692"/>
                </a:moveTo>
                <a:cubicBezTo>
                  <a:pt x="50838" y="207990"/>
                  <a:pt x="39239" y="219580"/>
                  <a:pt x="24931" y="219580"/>
                </a:cubicBezTo>
                <a:cubicBezTo>
                  <a:pt x="10623" y="219580"/>
                  <a:pt x="-976" y="207990"/>
                  <a:pt x="-976" y="193692"/>
                </a:cubicBezTo>
                <a:cubicBezTo>
                  <a:pt x="-976" y="179394"/>
                  <a:pt x="10623" y="167803"/>
                  <a:pt x="24931" y="167803"/>
                </a:cubicBezTo>
                <a:cubicBezTo>
                  <a:pt x="39233" y="167796"/>
                  <a:pt x="50831" y="179377"/>
                  <a:pt x="50838" y="193668"/>
                </a:cubicBezTo>
                <a:cubicBezTo>
                  <a:pt x="50838" y="193676"/>
                  <a:pt x="50838" y="193684"/>
                  <a:pt x="50838" y="193692"/>
                </a:cubicBezTo>
                <a:close/>
                <a:moveTo>
                  <a:pt x="269068" y="193692"/>
                </a:moveTo>
                <a:cubicBezTo>
                  <a:pt x="269068" y="207990"/>
                  <a:pt x="257469" y="219580"/>
                  <a:pt x="243160" y="219580"/>
                </a:cubicBezTo>
                <a:cubicBezTo>
                  <a:pt x="228853" y="219580"/>
                  <a:pt x="217253" y="207990"/>
                  <a:pt x="217253" y="193692"/>
                </a:cubicBezTo>
                <a:cubicBezTo>
                  <a:pt x="217253" y="179394"/>
                  <a:pt x="228853" y="167803"/>
                  <a:pt x="243160" y="167803"/>
                </a:cubicBezTo>
                <a:cubicBezTo>
                  <a:pt x="257461" y="167820"/>
                  <a:pt x="269051" y="179401"/>
                  <a:pt x="269068" y="193692"/>
                </a:cubicBezTo>
                <a:close/>
                <a:moveTo>
                  <a:pt x="487237" y="193692"/>
                </a:moveTo>
                <a:cubicBezTo>
                  <a:pt x="487237" y="207990"/>
                  <a:pt x="475637" y="219580"/>
                  <a:pt x="461329" y="219580"/>
                </a:cubicBezTo>
                <a:cubicBezTo>
                  <a:pt x="447021" y="219580"/>
                  <a:pt x="435422" y="207990"/>
                  <a:pt x="435422" y="193692"/>
                </a:cubicBezTo>
                <a:cubicBezTo>
                  <a:pt x="435422" y="179394"/>
                  <a:pt x="447021" y="167803"/>
                  <a:pt x="461329" y="167803"/>
                </a:cubicBezTo>
                <a:cubicBezTo>
                  <a:pt x="475631" y="167796"/>
                  <a:pt x="487229" y="179377"/>
                  <a:pt x="487237" y="193668"/>
                </a:cubicBezTo>
                <a:cubicBezTo>
                  <a:pt x="487237" y="193676"/>
                  <a:pt x="487237" y="193684"/>
                  <a:pt x="487237" y="193692"/>
                </a:cubicBezTo>
                <a:close/>
                <a:moveTo>
                  <a:pt x="705466" y="193692"/>
                </a:moveTo>
                <a:cubicBezTo>
                  <a:pt x="705466" y="207990"/>
                  <a:pt x="693867" y="219580"/>
                  <a:pt x="679559" y="219580"/>
                </a:cubicBezTo>
                <a:cubicBezTo>
                  <a:pt x="665250" y="219580"/>
                  <a:pt x="653652" y="207990"/>
                  <a:pt x="653652" y="193692"/>
                </a:cubicBezTo>
                <a:cubicBezTo>
                  <a:pt x="653652" y="179394"/>
                  <a:pt x="665250" y="167803"/>
                  <a:pt x="679559" y="167803"/>
                </a:cubicBezTo>
                <a:cubicBezTo>
                  <a:pt x="693861" y="167796"/>
                  <a:pt x="705458" y="179377"/>
                  <a:pt x="705466" y="193668"/>
                </a:cubicBezTo>
                <a:cubicBezTo>
                  <a:pt x="705466" y="193676"/>
                  <a:pt x="705466" y="193684"/>
                  <a:pt x="705466" y="193692"/>
                </a:cubicBezTo>
                <a:close/>
                <a:moveTo>
                  <a:pt x="923695" y="193692"/>
                </a:moveTo>
                <a:cubicBezTo>
                  <a:pt x="923695" y="207990"/>
                  <a:pt x="912096" y="219580"/>
                  <a:pt x="897788" y="219580"/>
                </a:cubicBezTo>
                <a:cubicBezTo>
                  <a:pt x="883481" y="219580"/>
                  <a:pt x="871881" y="207990"/>
                  <a:pt x="871881" y="193692"/>
                </a:cubicBezTo>
                <a:cubicBezTo>
                  <a:pt x="871881" y="179394"/>
                  <a:pt x="883481" y="167803"/>
                  <a:pt x="897788" y="167803"/>
                </a:cubicBezTo>
                <a:cubicBezTo>
                  <a:pt x="912090" y="167796"/>
                  <a:pt x="923688" y="179377"/>
                  <a:pt x="923695" y="193668"/>
                </a:cubicBezTo>
                <a:cubicBezTo>
                  <a:pt x="923695" y="193676"/>
                  <a:pt x="923695" y="193684"/>
                  <a:pt x="923695" y="193692"/>
                </a:cubicBezTo>
                <a:close/>
                <a:moveTo>
                  <a:pt x="1141923" y="193692"/>
                </a:moveTo>
                <a:cubicBezTo>
                  <a:pt x="1141923" y="207990"/>
                  <a:pt x="1130324" y="219580"/>
                  <a:pt x="1116016" y="219580"/>
                </a:cubicBezTo>
                <a:cubicBezTo>
                  <a:pt x="1101708" y="219580"/>
                  <a:pt x="1090109" y="207990"/>
                  <a:pt x="1090109" y="193692"/>
                </a:cubicBezTo>
                <a:cubicBezTo>
                  <a:pt x="1090109" y="179394"/>
                  <a:pt x="1101708" y="167803"/>
                  <a:pt x="1116016" y="167803"/>
                </a:cubicBezTo>
                <a:cubicBezTo>
                  <a:pt x="1130316" y="167820"/>
                  <a:pt x="1141907" y="179401"/>
                  <a:pt x="1141923" y="193692"/>
                </a:cubicBezTo>
                <a:close/>
                <a:moveTo>
                  <a:pt x="50838" y="361596"/>
                </a:moveTo>
                <a:cubicBezTo>
                  <a:pt x="50838" y="375894"/>
                  <a:pt x="39239" y="387485"/>
                  <a:pt x="24931" y="387485"/>
                </a:cubicBezTo>
                <a:cubicBezTo>
                  <a:pt x="10623" y="387485"/>
                  <a:pt x="-976" y="375894"/>
                  <a:pt x="-976" y="361596"/>
                </a:cubicBezTo>
                <a:cubicBezTo>
                  <a:pt x="-976" y="347298"/>
                  <a:pt x="10623" y="335707"/>
                  <a:pt x="24931" y="335707"/>
                </a:cubicBezTo>
                <a:cubicBezTo>
                  <a:pt x="39233" y="335700"/>
                  <a:pt x="50831" y="347280"/>
                  <a:pt x="50838" y="361571"/>
                </a:cubicBezTo>
                <a:cubicBezTo>
                  <a:pt x="50838" y="361579"/>
                  <a:pt x="50838" y="361588"/>
                  <a:pt x="50838" y="361596"/>
                </a:cubicBezTo>
                <a:close/>
                <a:moveTo>
                  <a:pt x="269068" y="361596"/>
                </a:moveTo>
                <a:cubicBezTo>
                  <a:pt x="269068" y="375894"/>
                  <a:pt x="257469" y="387485"/>
                  <a:pt x="243160" y="387485"/>
                </a:cubicBezTo>
                <a:cubicBezTo>
                  <a:pt x="228853" y="387485"/>
                  <a:pt x="217253" y="375894"/>
                  <a:pt x="217253" y="361596"/>
                </a:cubicBezTo>
                <a:cubicBezTo>
                  <a:pt x="217253" y="347298"/>
                  <a:pt x="228853" y="335707"/>
                  <a:pt x="243160" y="335707"/>
                </a:cubicBezTo>
                <a:cubicBezTo>
                  <a:pt x="257461" y="335724"/>
                  <a:pt x="269051" y="347305"/>
                  <a:pt x="269068" y="361596"/>
                </a:cubicBezTo>
                <a:close/>
                <a:moveTo>
                  <a:pt x="487237" y="361596"/>
                </a:moveTo>
                <a:cubicBezTo>
                  <a:pt x="487237" y="375894"/>
                  <a:pt x="475637" y="387485"/>
                  <a:pt x="461329" y="387485"/>
                </a:cubicBezTo>
                <a:cubicBezTo>
                  <a:pt x="447021" y="387485"/>
                  <a:pt x="435422" y="375894"/>
                  <a:pt x="435422" y="361596"/>
                </a:cubicBezTo>
                <a:cubicBezTo>
                  <a:pt x="435422" y="347298"/>
                  <a:pt x="447021" y="335707"/>
                  <a:pt x="461329" y="335707"/>
                </a:cubicBezTo>
                <a:cubicBezTo>
                  <a:pt x="475631" y="335700"/>
                  <a:pt x="487229" y="347280"/>
                  <a:pt x="487237" y="361571"/>
                </a:cubicBezTo>
                <a:cubicBezTo>
                  <a:pt x="487237" y="361579"/>
                  <a:pt x="487237" y="361588"/>
                  <a:pt x="487237" y="361596"/>
                </a:cubicBezTo>
                <a:close/>
                <a:moveTo>
                  <a:pt x="705466" y="361596"/>
                </a:moveTo>
                <a:cubicBezTo>
                  <a:pt x="705466" y="375894"/>
                  <a:pt x="693867" y="387485"/>
                  <a:pt x="679559" y="387485"/>
                </a:cubicBezTo>
                <a:cubicBezTo>
                  <a:pt x="665250" y="387485"/>
                  <a:pt x="653652" y="375894"/>
                  <a:pt x="653652" y="361596"/>
                </a:cubicBezTo>
                <a:cubicBezTo>
                  <a:pt x="653652" y="347298"/>
                  <a:pt x="665250" y="335707"/>
                  <a:pt x="679559" y="335707"/>
                </a:cubicBezTo>
                <a:cubicBezTo>
                  <a:pt x="693861" y="335700"/>
                  <a:pt x="705458" y="347280"/>
                  <a:pt x="705466" y="361571"/>
                </a:cubicBezTo>
                <a:cubicBezTo>
                  <a:pt x="705466" y="361579"/>
                  <a:pt x="705466" y="361588"/>
                  <a:pt x="705466" y="361596"/>
                </a:cubicBezTo>
                <a:close/>
                <a:moveTo>
                  <a:pt x="923695" y="361596"/>
                </a:moveTo>
                <a:cubicBezTo>
                  <a:pt x="923695" y="375894"/>
                  <a:pt x="912096" y="387485"/>
                  <a:pt x="897788" y="387485"/>
                </a:cubicBezTo>
                <a:cubicBezTo>
                  <a:pt x="883481" y="387485"/>
                  <a:pt x="871881" y="375894"/>
                  <a:pt x="871881" y="361596"/>
                </a:cubicBezTo>
                <a:cubicBezTo>
                  <a:pt x="871881" y="347298"/>
                  <a:pt x="883481" y="335707"/>
                  <a:pt x="897788" y="335707"/>
                </a:cubicBezTo>
                <a:cubicBezTo>
                  <a:pt x="912090" y="335700"/>
                  <a:pt x="923688" y="347280"/>
                  <a:pt x="923695" y="361571"/>
                </a:cubicBezTo>
                <a:cubicBezTo>
                  <a:pt x="923695" y="361579"/>
                  <a:pt x="923695" y="361588"/>
                  <a:pt x="923695" y="361596"/>
                </a:cubicBezTo>
                <a:close/>
                <a:moveTo>
                  <a:pt x="1141923" y="361596"/>
                </a:moveTo>
                <a:cubicBezTo>
                  <a:pt x="1141923" y="375894"/>
                  <a:pt x="1130324" y="387485"/>
                  <a:pt x="1116016" y="387485"/>
                </a:cubicBezTo>
                <a:cubicBezTo>
                  <a:pt x="1101708" y="387485"/>
                  <a:pt x="1090109" y="375894"/>
                  <a:pt x="1090109" y="361596"/>
                </a:cubicBezTo>
                <a:cubicBezTo>
                  <a:pt x="1090109" y="347298"/>
                  <a:pt x="1101708" y="335707"/>
                  <a:pt x="1116016" y="335707"/>
                </a:cubicBezTo>
                <a:cubicBezTo>
                  <a:pt x="1130316" y="335724"/>
                  <a:pt x="1141907" y="347305"/>
                  <a:pt x="1141923" y="361596"/>
                </a:cubicBezTo>
                <a:close/>
                <a:moveTo>
                  <a:pt x="50838" y="529500"/>
                </a:moveTo>
                <a:cubicBezTo>
                  <a:pt x="50838" y="543798"/>
                  <a:pt x="39239" y="555389"/>
                  <a:pt x="24931" y="555389"/>
                </a:cubicBezTo>
                <a:cubicBezTo>
                  <a:pt x="10623" y="555389"/>
                  <a:pt x="-976" y="543798"/>
                  <a:pt x="-976" y="529500"/>
                </a:cubicBezTo>
                <a:cubicBezTo>
                  <a:pt x="-976" y="515202"/>
                  <a:pt x="10623" y="503612"/>
                  <a:pt x="24931" y="503612"/>
                </a:cubicBezTo>
                <a:cubicBezTo>
                  <a:pt x="39233" y="503605"/>
                  <a:pt x="50831" y="515184"/>
                  <a:pt x="50838" y="529475"/>
                </a:cubicBezTo>
                <a:cubicBezTo>
                  <a:pt x="50838" y="529484"/>
                  <a:pt x="50838" y="529492"/>
                  <a:pt x="50838" y="529500"/>
                </a:cubicBezTo>
                <a:close/>
                <a:moveTo>
                  <a:pt x="269068" y="529500"/>
                </a:moveTo>
                <a:cubicBezTo>
                  <a:pt x="269068" y="543798"/>
                  <a:pt x="257469" y="555389"/>
                  <a:pt x="243160" y="555389"/>
                </a:cubicBezTo>
                <a:cubicBezTo>
                  <a:pt x="228853" y="555389"/>
                  <a:pt x="217253" y="543798"/>
                  <a:pt x="217253" y="529500"/>
                </a:cubicBezTo>
                <a:cubicBezTo>
                  <a:pt x="217253" y="515202"/>
                  <a:pt x="228853" y="503612"/>
                  <a:pt x="243160" y="503612"/>
                </a:cubicBezTo>
                <a:cubicBezTo>
                  <a:pt x="257461" y="503629"/>
                  <a:pt x="269051" y="515209"/>
                  <a:pt x="269068" y="529500"/>
                </a:cubicBezTo>
                <a:close/>
                <a:moveTo>
                  <a:pt x="487237" y="529500"/>
                </a:moveTo>
                <a:cubicBezTo>
                  <a:pt x="487237" y="543798"/>
                  <a:pt x="475637" y="555389"/>
                  <a:pt x="461329" y="555389"/>
                </a:cubicBezTo>
                <a:cubicBezTo>
                  <a:pt x="447021" y="555389"/>
                  <a:pt x="435422" y="543798"/>
                  <a:pt x="435422" y="529500"/>
                </a:cubicBezTo>
                <a:cubicBezTo>
                  <a:pt x="435422" y="515202"/>
                  <a:pt x="447021" y="503612"/>
                  <a:pt x="461329" y="503612"/>
                </a:cubicBezTo>
                <a:cubicBezTo>
                  <a:pt x="475631" y="503605"/>
                  <a:pt x="487229" y="515184"/>
                  <a:pt x="487237" y="529475"/>
                </a:cubicBezTo>
                <a:cubicBezTo>
                  <a:pt x="487237" y="529484"/>
                  <a:pt x="487237" y="529492"/>
                  <a:pt x="487237" y="529500"/>
                </a:cubicBezTo>
                <a:close/>
                <a:moveTo>
                  <a:pt x="705466" y="529500"/>
                </a:moveTo>
                <a:cubicBezTo>
                  <a:pt x="705466" y="543798"/>
                  <a:pt x="693867" y="555389"/>
                  <a:pt x="679559" y="555389"/>
                </a:cubicBezTo>
                <a:cubicBezTo>
                  <a:pt x="665250" y="555389"/>
                  <a:pt x="653652" y="543798"/>
                  <a:pt x="653652" y="529500"/>
                </a:cubicBezTo>
                <a:cubicBezTo>
                  <a:pt x="653652" y="515202"/>
                  <a:pt x="665250" y="503612"/>
                  <a:pt x="679559" y="503612"/>
                </a:cubicBezTo>
                <a:cubicBezTo>
                  <a:pt x="693861" y="503605"/>
                  <a:pt x="705458" y="515184"/>
                  <a:pt x="705466" y="529475"/>
                </a:cubicBezTo>
                <a:cubicBezTo>
                  <a:pt x="705466" y="529484"/>
                  <a:pt x="705466" y="529492"/>
                  <a:pt x="705466" y="529500"/>
                </a:cubicBezTo>
                <a:close/>
                <a:moveTo>
                  <a:pt x="923695" y="529500"/>
                </a:moveTo>
                <a:cubicBezTo>
                  <a:pt x="923695" y="543798"/>
                  <a:pt x="912096" y="555389"/>
                  <a:pt x="897788" y="555389"/>
                </a:cubicBezTo>
                <a:cubicBezTo>
                  <a:pt x="883481" y="555389"/>
                  <a:pt x="871881" y="543798"/>
                  <a:pt x="871881" y="529500"/>
                </a:cubicBezTo>
                <a:cubicBezTo>
                  <a:pt x="871881" y="515202"/>
                  <a:pt x="883481" y="503612"/>
                  <a:pt x="897788" y="503612"/>
                </a:cubicBezTo>
                <a:cubicBezTo>
                  <a:pt x="912090" y="503605"/>
                  <a:pt x="923688" y="515184"/>
                  <a:pt x="923695" y="529475"/>
                </a:cubicBezTo>
                <a:cubicBezTo>
                  <a:pt x="923695" y="529484"/>
                  <a:pt x="923695" y="529492"/>
                  <a:pt x="923695" y="529500"/>
                </a:cubicBezTo>
                <a:close/>
                <a:moveTo>
                  <a:pt x="1141923" y="529500"/>
                </a:moveTo>
                <a:cubicBezTo>
                  <a:pt x="1141923" y="543798"/>
                  <a:pt x="1130324" y="555389"/>
                  <a:pt x="1116016" y="555389"/>
                </a:cubicBezTo>
                <a:cubicBezTo>
                  <a:pt x="1101708" y="555389"/>
                  <a:pt x="1090109" y="543798"/>
                  <a:pt x="1090109" y="529500"/>
                </a:cubicBezTo>
                <a:cubicBezTo>
                  <a:pt x="1090109" y="515202"/>
                  <a:pt x="1101708" y="503612"/>
                  <a:pt x="1116016" y="503612"/>
                </a:cubicBezTo>
                <a:cubicBezTo>
                  <a:pt x="1130316" y="503629"/>
                  <a:pt x="1141907" y="515209"/>
                  <a:pt x="1141923" y="529500"/>
                </a:cubicBezTo>
                <a:close/>
                <a:moveTo>
                  <a:pt x="50838" y="697404"/>
                </a:moveTo>
                <a:cubicBezTo>
                  <a:pt x="50838" y="711702"/>
                  <a:pt x="39239" y="723293"/>
                  <a:pt x="24931" y="723293"/>
                </a:cubicBezTo>
                <a:cubicBezTo>
                  <a:pt x="10623" y="723293"/>
                  <a:pt x="-976" y="711702"/>
                  <a:pt x="-976" y="697404"/>
                </a:cubicBezTo>
                <a:cubicBezTo>
                  <a:pt x="-976" y="683106"/>
                  <a:pt x="10623" y="671516"/>
                  <a:pt x="24931" y="671516"/>
                </a:cubicBezTo>
                <a:cubicBezTo>
                  <a:pt x="39233" y="671509"/>
                  <a:pt x="50831" y="683088"/>
                  <a:pt x="50838" y="697379"/>
                </a:cubicBezTo>
                <a:cubicBezTo>
                  <a:pt x="50838" y="697387"/>
                  <a:pt x="50838" y="697395"/>
                  <a:pt x="50838" y="697404"/>
                </a:cubicBezTo>
                <a:close/>
                <a:moveTo>
                  <a:pt x="269068" y="697404"/>
                </a:moveTo>
                <a:cubicBezTo>
                  <a:pt x="269068" y="711702"/>
                  <a:pt x="257469" y="723293"/>
                  <a:pt x="243160" y="723293"/>
                </a:cubicBezTo>
                <a:cubicBezTo>
                  <a:pt x="228853" y="723293"/>
                  <a:pt x="217253" y="711702"/>
                  <a:pt x="217253" y="697404"/>
                </a:cubicBezTo>
                <a:cubicBezTo>
                  <a:pt x="217253" y="683106"/>
                  <a:pt x="228853" y="671516"/>
                  <a:pt x="243160" y="671516"/>
                </a:cubicBezTo>
                <a:cubicBezTo>
                  <a:pt x="257461" y="671532"/>
                  <a:pt x="269051" y="683113"/>
                  <a:pt x="269068" y="697404"/>
                </a:cubicBezTo>
                <a:close/>
                <a:moveTo>
                  <a:pt x="487237" y="697404"/>
                </a:moveTo>
                <a:cubicBezTo>
                  <a:pt x="487237" y="711702"/>
                  <a:pt x="475637" y="723293"/>
                  <a:pt x="461329" y="723293"/>
                </a:cubicBezTo>
                <a:cubicBezTo>
                  <a:pt x="447021" y="723293"/>
                  <a:pt x="435422" y="711702"/>
                  <a:pt x="435422" y="697404"/>
                </a:cubicBezTo>
                <a:cubicBezTo>
                  <a:pt x="435422" y="683106"/>
                  <a:pt x="447021" y="671516"/>
                  <a:pt x="461329" y="671516"/>
                </a:cubicBezTo>
                <a:cubicBezTo>
                  <a:pt x="475631" y="671509"/>
                  <a:pt x="487229" y="683088"/>
                  <a:pt x="487237" y="697379"/>
                </a:cubicBezTo>
                <a:cubicBezTo>
                  <a:pt x="487237" y="697387"/>
                  <a:pt x="487237" y="697395"/>
                  <a:pt x="487237" y="697404"/>
                </a:cubicBezTo>
                <a:close/>
                <a:moveTo>
                  <a:pt x="705466" y="697404"/>
                </a:moveTo>
                <a:cubicBezTo>
                  <a:pt x="705466" y="711702"/>
                  <a:pt x="693867" y="723293"/>
                  <a:pt x="679559" y="723293"/>
                </a:cubicBezTo>
                <a:cubicBezTo>
                  <a:pt x="665250" y="723293"/>
                  <a:pt x="653652" y="711702"/>
                  <a:pt x="653652" y="697404"/>
                </a:cubicBezTo>
                <a:cubicBezTo>
                  <a:pt x="653652" y="683106"/>
                  <a:pt x="665250" y="671516"/>
                  <a:pt x="679559" y="671516"/>
                </a:cubicBezTo>
                <a:cubicBezTo>
                  <a:pt x="693861" y="671509"/>
                  <a:pt x="705458" y="683088"/>
                  <a:pt x="705466" y="697379"/>
                </a:cubicBezTo>
                <a:cubicBezTo>
                  <a:pt x="705466" y="697387"/>
                  <a:pt x="705466" y="697395"/>
                  <a:pt x="705466" y="697404"/>
                </a:cubicBezTo>
                <a:close/>
                <a:moveTo>
                  <a:pt x="923695" y="697404"/>
                </a:moveTo>
                <a:cubicBezTo>
                  <a:pt x="923695" y="711702"/>
                  <a:pt x="912096" y="723293"/>
                  <a:pt x="897788" y="723293"/>
                </a:cubicBezTo>
                <a:cubicBezTo>
                  <a:pt x="883481" y="723293"/>
                  <a:pt x="871881" y="711702"/>
                  <a:pt x="871881" y="697404"/>
                </a:cubicBezTo>
                <a:cubicBezTo>
                  <a:pt x="871881" y="683106"/>
                  <a:pt x="883481" y="671516"/>
                  <a:pt x="897788" y="671516"/>
                </a:cubicBezTo>
                <a:cubicBezTo>
                  <a:pt x="912090" y="671509"/>
                  <a:pt x="923688" y="683088"/>
                  <a:pt x="923695" y="697379"/>
                </a:cubicBezTo>
                <a:cubicBezTo>
                  <a:pt x="923695" y="697387"/>
                  <a:pt x="923695" y="697395"/>
                  <a:pt x="923695" y="697404"/>
                </a:cubicBezTo>
                <a:close/>
                <a:moveTo>
                  <a:pt x="1141923" y="697404"/>
                </a:moveTo>
                <a:cubicBezTo>
                  <a:pt x="1141923" y="711702"/>
                  <a:pt x="1130324" y="723293"/>
                  <a:pt x="1116016" y="723293"/>
                </a:cubicBezTo>
                <a:cubicBezTo>
                  <a:pt x="1101708" y="723293"/>
                  <a:pt x="1090109" y="711702"/>
                  <a:pt x="1090109" y="697404"/>
                </a:cubicBezTo>
                <a:cubicBezTo>
                  <a:pt x="1090109" y="683106"/>
                  <a:pt x="1101708" y="671516"/>
                  <a:pt x="1116016" y="671516"/>
                </a:cubicBezTo>
                <a:cubicBezTo>
                  <a:pt x="1130316" y="671532"/>
                  <a:pt x="1141907" y="683113"/>
                  <a:pt x="1141923" y="697404"/>
                </a:cubicBezTo>
                <a:close/>
              </a:path>
            </a:pathLst>
          </a:custGeom>
          <a:solidFill>
            <a:srgbClr val="015DBB"/>
          </a:solidFill>
        </p:spPr>
      </p:sp>
      <p:sp>
        <p:nvSpPr>
          <p:cNvPr id="13" name="Text 10"/>
          <p:cNvSpPr/>
          <p:nvPr/>
        </p:nvSpPr>
        <p:spPr>
          <a:xfrm>
            <a:off x="10230150" y="1569684"/>
            <a:ext cx="1141923" cy="723293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4" name="Image 1" descr="https://kimi-img.moonshot.cn/pub/slides/slides_tmpl/image/25-09-08-12:55:40-d2v63j5nfo2stf9dk4m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6835" y="4125595"/>
            <a:ext cx="6468110" cy="298450"/>
          </a:xfrm>
          <a:prstGeom prst="rect">
            <a:avLst/>
          </a:prstGeom>
        </p:spPr>
      </p:pic>
      <p:pic>
        <p:nvPicPr>
          <p:cNvPr id="15" name="Image 2" descr="https://kimi-img.moonshot.cn/pub/slides/slides_tmpl/image/25-09-08-12:55:57-d2v63ndnfo2stf9dk540.png"/>
          <p:cNvPicPr>
            <a:picLocks noChangeAspect="1"/>
          </p:cNvPicPr>
          <p:nvPr/>
        </p:nvPicPr>
        <p:blipFill>
          <a:blip r:embed="rId5">
            <a:alphaModFix amt="25000"/>
          </a:blip>
          <a:srcRect t="22162"/>
          <a:stretch>
            <a:fillRect/>
          </a:stretch>
        </p:blipFill>
        <p:spPr>
          <a:xfrm>
            <a:off x="777875" y="2787650"/>
            <a:ext cx="2311400" cy="18002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2-d2v63jlnfo2stf9dk4r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" y="429895"/>
            <a:ext cx="579755" cy="65214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8-12:55:41-d2v63jdnfo2stf9dk4q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44260"/>
            <a:ext cx="12192635" cy="7137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94995" y="1638300"/>
            <a:ext cx="61468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3600" dirty="0">
                <a:solidFill>
                  <a:srgbClr val="0040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Welcome to WanderLog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254000" y="28702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A8D0F5"/>
          </a:solidFill>
        </p:spPr>
      </p:sp>
      <p:sp>
        <p:nvSpPr>
          <p:cNvPr id="7" name="Shape 3"/>
          <p:cNvSpPr/>
          <p:nvPr/>
        </p:nvSpPr>
        <p:spPr>
          <a:xfrm>
            <a:off x="355600" y="29718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36922" y="108347"/>
                </a:moveTo>
                <a:cubicBezTo>
                  <a:pt x="140652" y="104616"/>
                  <a:pt x="140652" y="98584"/>
                  <a:pt x="136922" y="94893"/>
                </a:cubicBezTo>
                <a:lnTo>
                  <a:pt x="79772" y="37703"/>
                </a:lnTo>
                <a:cubicBezTo>
                  <a:pt x="77033" y="34965"/>
                  <a:pt x="72946" y="34171"/>
                  <a:pt x="69374" y="35639"/>
                </a:cubicBezTo>
                <a:cubicBezTo>
                  <a:pt x="65802" y="37108"/>
                  <a:pt x="63500" y="40600"/>
                  <a:pt x="63500" y="44450"/>
                </a:cubicBezTo>
                <a:lnTo>
                  <a:pt x="63500" y="76200"/>
                </a:lnTo>
                <a:lnTo>
                  <a:pt x="19050" y="76200"/>
                </a:lnTo>
                <a:cubicBezTo>
                  <a:pt x="8533" y="76200"/>
                  <a:pt x="0" y="84733"/>
                  <a:pt x="0" y="95250"/>
                </a:cubicBezTo>
                <a:lnTo>
                  <a:pt x="0" y="107950"/>
                </a:lnTo>
                <a:cubicBezTo>
                  <a:pt x="0" y="118467"/>
                  <a:pt x="8533" y="127000"/>
                  <a:pt x="19050" y="127000"/>
                </a:cubicBezTo>
                <a:lnTo>
                  <a:pt x="63500" y="127000"/>
                </a:lnTo>
                <a:lnTo>
                  <a:pt x="63500" y="158750"/>
                </a:lnTo>
                <a:cubicBezTo>
                  <a:pt x="63500" y="162600"/>
                  <a:pt x="65802" y="166092"/>
                  <a:pt x="69374" y="167561"/>
                </a:cubicBezTo>
                <a:cubicBezTo>
                  <a:pt x="72946" y="169029"/>
                  <a:pt x="77033" y="168235"/>
                  <a:pt x="79772" y="165497"/>
                </a:cubicBezTo>
                <a:lnTo>
                  <a:pt x="136922" y="108347"/>
                </a:lnTo>
                <a:close/>
                <a:moveTo>
                  <a:pt x="139700" y="165100"/>
                </a:moveTo>
                <a:cubicBezTo>
                  <a:pt x="132675" y="165100"/>
                  <a:pt x="127000" y="170775"/>
                  <a:pt x="127000" y="177800"/>
                </a:cubicBezTo>
                <a:cubicBezTo>
                  <a:pt x="127000" y="184825"/>
                  <a:pt x="132675" y="190500"/>
                  <a:pt x="139700" y="190500"/>
                </a:cubicBezTo>
                <a:lnTo>
                  <a:pt x="165100" y="190500"/>
                </a:lnTo>
                <a:cubicBezTo>
                  <a:pt x="186134" y="190500"/>
                  <a:pt x="203200" y="173434"/>
                  <a:pt x="203200" y="152400"/>
                </a:cubicBezTo>
                <a:lnTo>
                  <a:pt x="203200" y="50800"/>
                </a:lnTo>
                <a:cubicBezTo>
                  <a:pt x="203200" y="29766"/>
                  <a:pt x="186134" y="12700"/>
                  <a:pt x="165100" y="12700"/>
                </a:cubicBezTo>
                <a:lnTo>
                  <a:pt x="139700" y="12700"/>
                </a:lnTo>
                <a:cubicBezTo>
                  <a:pt x="132675" y="12700"/>
                  <a:pt x="127000" y="18375"/>
                  <a:pt x="127000" y="25400"/>
                </a:cubicBezTo>
                <a:cubicBezTo>
                  <a:pt x="127000" y="32425"/>
                  <a:pt x="132675" y="38100"/>
                  <a:pt x="139700" y="38100"/>
                </a:cubicBezTo>
                <a:lnTo>
                  <a:pt x="165100" y="38100"/>
                </a:lnTo>
                <a:cubicBezTo>
                  <a:pt x="172125" y="38100"/>
                  <a:pt x="177800" y="43775"/>
                  <a:pt x="177800" y="50800"/>
                </a:cubicBezTo>
                <a:lnTo>
                  <a:pt x="177800" y="152400"/>
                </a:lnTo>
                <a:cubicBezTo>
                  <a:pt x="177800" y="159425"/>
                  <a:pt x="172125" y="165100"/>
                  <a:pt x="165100" y="165100"/>
                </a:cubicBezTo>
                <a:lnTo>
                  <a:pt x="139700" y="165100"/>
                </a:lnTo>
                <a:close/>
              </a:path>
            </a:pathLst>
          </a:custGeom>
          <a:solidFill>
            <a:srgbClr val="004080"/>
          </a:solidFill>
        </p:spPr>
      </p:sp>
      <p:sp>
        <p:nvSpPr>
          <p:cNvPr id="8" name="Text 4"/>
          <p:cNvSpPr/>
          <p:nvPr/>
        </p:nvSpPr>
        <p:spPr>
          <a:xfrm>
            <a:off x="812800" y="2870200"/>
            <a:ext cx="5588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A7BD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Secure Login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812800" y="3175000"/>
            <a:ext cx="50800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Email </a:t>
            </a:r>
            <a:r>
              <a:rPr lang="en-US" sz="1400" dirty="0">
                <a:solidFill>
                  <a:srgbClr val="4A4A4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and phone login for quick and secure access.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254000" y="40894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A8D0F5"/>
          </a:solidFill>
        </p:spPr>
      </p:sp>
      <p:sp>
        <p:nvSpPr>
          <p:cNvPr id="11" name="Shape 7"/>
          <p:cNvSpPr/>
          <p:nvPr/>
        </p:nvSpPr>
        <p:spPr>
          <a:xfrm>
            <a:off x="355600" y="41910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10252" y="3413"/>
                </a:moveTo>
                <a:cubicBezTo>
                  <a:pt x="105370" y="-1111"/>
                  <a:pt x="97830" y="-1111"/>
                  <a:pt x="92988" y="3413"/>
                </a:cubicBezTo>
                <a:lnTo>
                  <a:pt x="4088" y="85963"/>
                </a:lnTo>
                <a:cubicBezTo>
                  <a:pt x="278" y="89535"/>
                  <a:pt x="-992" y="95052"/>
                  <a:pt x="913" y="99893"/>
                </a:cubicBezTo>
                <a:cubicBezTo>
                  <a:pt x="2818" y="104735"/>
                  <a:pt x="7461" y="107950"/>
                  <a:pt x="12700" y="107950"/>
                </a:cubicBezTo>
                <a:lnTo>
                  <a:pt x="19050" y="107950"/>
                </a:lnTo>
                <a:lnTo>
                  <a:pt x="19050" y="177800"/>
                </a:lnTo>
                <a:cubicBezTo>
                  <a:pt x="19050" y="191810"/>
                  <a:pt x="30440" y="203200"/>
                  <a:pt x="44450" y="203200"/>
                </a:cubicBezTo>
                <a:lnTo>
                  <a:pt x="158750" y="203200"/>
                </a:lnTo>
                <a:cubicBezTo>
                  <a:pt x="172760" y="203200"/>
                  <a:pt x="184150" y="191810"/>
                  <a:pt x="184150" y="177800"/>
                </a:cubicBezTo>
                <a:lnTo>
                  <a:pt x="184150" y="107950"/>
                </a:lnTo>
                <a:lnTo>
                  <a:pt x="190500" y="107950"/>
                </a:lnTo>
                <a:cubicBezTo>
                  <a:pt x="195739" y="107950"/>
                  <a:pt x="200422" y="104735"/>
                  <a:pt x="202327" y="99893"/>
                </a:cubicBezTo>
                <a:cubicBezTo>
                  <a:pt x="204232" y="95052"/>
                  <a:pt x="202962" y="89495"/>
                  <a:pt x="199152" y="85963"/>
                </a:cubicBezTo>
                <a:lnTo>
                  <a:pt x="110252" y="3413"/>
                </a:lnTo>
                <a:close/>
                <a:moveTo>
                  <a:pt x="95250" y="127000"/>
                </a:moveTo>
                <a:lnTo>
                  <a:pt x="107950" y="127000"/>
                </a:lnTo>
                <a:cubicBezTo>
                  <a:pt x="118467" y="127000"/>
                  <a:pt x="127000" y="135533"/>
                  <a:pt x="127000" y="146050"/>
                </a:cubicBezTo>
                <a:lnTo>
                  <a:pt x="127000" y="184150"/>
                </a:lnTo>
                <a:lnTo>
                  <a:pt x="76200" y="184150"/>
                </a:lnTo>
                <a:lnTo>
                  <a:pt x="76200" y="146050"/>
                </a:lnTo>
                <a:cubicBezTo>
                  <a:pt x="76200" y="135533"/>
                  <a:pt x="84733" y="127000"/>
                  <a:pt x="95250" y="127000"/>
                </a:cubicBezTo>
                <a:close/>
              </a:path>
            </a:pathLst>
          </a:custGeom>
          <a:solidFill>
            <a:srgbClr val="004080"/>
          </a:solidFill>
        </p:spPr>
      </p:sp>
      <p:sp>
        <p:nvSpPr>
          <p:cNvPr id="12" name="Text 8"/>
          <p:cNvSpPr/>
          <p:nvPr/>
        </p:nvSpPr>
        <p:spPr>
          <a:xfrm>
            <a:off x="812800" y="4089400"/>
            <a:ext cx="5588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A7BD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Seamless Transition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812800" y="4394200"/>
            <a:ext cx="50800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Direct access to the dashboard to quickly begin documenting travels.</a:t>
            </a:r>
            <a:endParaRPr lang="en-US" sz="1600" dirty="0"/>
          </a:p>
        </p:txBody>
      </p:sp>
      <p:pic>
        <p:nvPicPr>
          <p:cNvPr id="15" name="图片 14" descr="登录"/>
          <p:cNvPicPr>
            <a:picLocks noChangeAspect="1"/>
          </p:cNvPicPr>
          <p:nvPr/>
        </p:nvPicPr>
        <p:blipFill>
          <a:blip r:embed="rId3"/>
          <a:srcRect r="1445" b="16500"/>
          <a:stretch>
            <a:fillRect/>
          </a:stretch>
        </p:blipFill>
        <p:spPr>
          <a:xfrm>
            <a:off x="7529830" y="210185"/>
            <a:ext cx="2988310" cy="572643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4920" y="749300"/>
            <a:ext cx="2903220" cy="49320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2-d2v63jlnfo2stf9dk4r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" y="429895"/>
            <a:ext cx="579755" cy="65214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8-12:55:41-d2v63jdnfo2stf9dk4q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44260"/>
            <a:ext cx="12192635" cy="7137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254000"/>
            <a:ext cx="1219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0040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Home Overview</a:t>
            </a:r>
            <a:endParaRPr lang="en-US" sz="1600" dirty="0"/>
          </a:p>
        </p:txBody>
      </p:sp>
      <p:sp>
        <p:nvSpPr>
          <p:cNvPr id="7" name="Shape 2"/>
          <p:cNvSpPr/>
          <p:nvPr>
            <p:custDataLst>
              <p:tags r:id="rId3"/>
            </p:custDataLst>
          </p:nvPr>
        </p:nvSpPr>
        <p:spPr>
          <a:xfrm>
            <a:off x="7167245" y="1249045"/>
            <a:ext cx="3759200" cy="2336800"/>
          </a:xfrm>
          <a:custGeom>
            <a:avLst/>
            <a:gdLst/>
            <a:ahLst/>
            <a:cxnLst/>
            <a:rect l="l" t="t" r="r" b="b"/>
            <a:pathLst>
              <a:path w="3759200" h="2336800">
                <a:moveTo>
                  <a:pt x="101604" y="0"/>
                </a:moveTo>
                <a:lnTo>
                  <a:pt x="3657596" y="0"/>
                </a:lnTo>
                <a:cubicBezTo>
                  <a:pt x="3713710" y="0"/>
                  <a:pt x="3759200" y="45490"/>
                  <a:pt x="3759200" y="101604"/>
                </a:cubicBezTo>
                <a:lnTo>
                  <a:pt x="3759200" y="2235196"/>
                </a:lnTo>
                <a:cubicBezTo>
                  <a:pt x="3759200" y="2291310"/>
                  <a:pt x="3713710" y="2336800"/>
                  <a:pt x="3657596" y="2336800"/>
                </a:cubicBezTo>
                <a:lnTo>
                  <a:pt x="101604" y="2336800"/>
                </a:lnTo>
                <a:cubicBezTo>
                  <a:pt x="45490" y="2336800"/>
                  <a:pt x="0" y="2291310"/>
                  <a:pt x="0" y="22351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A8D0F5"/>
          </a:solidFill>
        </p:spPr>
      </p:sp>
      <p:sp>
        <p:nvSpPr>
          <p:cNvPr id="8" name="Shape 3"/>
          <p:cNvSpPr/>
          <p:nvPr>
            <p:custDataLst>
              <p:tags r:id="rId4"/>
            </p:custDataLst>
          </p:nvPr>
        </p:nvSpPr>
        <p:spPr>
          <a:xfrm>
            <a:off x="7370445" y="1985645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342900" y="28575"/>
                </a:moveTo>
                <a:cubicBezTo>
                  <a:pt x="342900" y="21967"/>
                  <a:pt x="339507" y="15835"/>
                  <a:pt x="333851" y="12383"/>
                </a:cubicBezTo>
                <a:cubicBezTo>
                  <a:pt x="328196" y="8930"/>
                  <a:pt x="321231" y="8573"/>
                  <a:pt x="315337" y="11549"/>
                </a:cubicBezTo>
                <a:lnTo>
                  <a:pt x="246162" y="46137"/>
                </a:lnTo>
                <a:lnTo>
                  <a:pt x="139363" y="10478"/>
                </a:lnTo>
                <a:cubicBezTo>
                  <a:pt x="134541" y="8870"/>
                  <a:pt x="129361" y="9227"/>
                  <a:pt x="124837" y="11490"/>
                </a:cubicBezTo>
                <a:lnTo>
                  <a:pt x="48637" y="49590"/>
                </a:lnTo>
                <a:cubicBezTo>
                  <a:pt x="42148" y="52864"/>
                  <a:pt x="38100" y="59472"/>
                  <a:pt x="38100" y="66675"/>
                </a:cubicBezTo>
                <a:lnTo>
                  <a:pt x="38100" y="276225"/>
                </a:lnTo>
                <a:cubicBezTo>
                  <a:pt x="38100" y="282833"/>
                  <a:pt x="41493" y="288965"/>
                  <a:pt x="47149" y="292418"/>
                </a:cubicBezTo>
                <a:cubicBezTo>
                  <a:pt x="52804" y="295870"/>
                  <a:pt x="59769" y="296227"/>
                  <a:pt x="65663" y="293251"/>
                </a:cubicBezTo>
                <a:lnTo>
                  <a:pt x="134779" y="258663"/>
                </a:lnTo>
                <a:lnTo>
                  <a:pt x="237946" y="293072"/>
                </a:lnTo>
                <a:cubicBezTo>
                  <a:pt x="235387" y="289262"/>
                  <a:pt x="232886" y="285274"/>
                  <a:pt x="230445" y="281226"/>
                </a:cubicBezTo>
                <a:cubicBezTo>
                  <a:pt x="223897" y="270331"/>
                  <a:pt x="217408" y="257830"/>
                  <a:pt x="212586" y="244435"/>
                </a:cubicBezTo>
                <a:lnTo>
                  <a:pt x="152340" y="224373"/>
                </a:lnTo>
                <a:lnTo>
                  <a:pt x="152340" y="55007"/>
                </a:lnTo>
                <a:lnTo>
                  <a:pt x="228540" y="80427"/>
                </a:lnTo>
                <a:lnTo>
                  <a:pt x="228540" y="139541"/>
                </a:lnTo>
                <a:cubicBezTo>
                  <a:pt x="246995" y="118229"/>
                  <a:pt x="274380" y="104775"/>
                  <a:pt x="304740" y="104775"/>
                </a:cubicBezTo>
                <a:cubicBezTo>
                  <a:pt x="318195" y="104775"/>
                  <a:pt x="331053" y="107394"/>
                  <a:pt x="342840" y="112216"/>
                </a:cubicBezTo>
                <a:lnTo>
                  <a:pt x="342900" y="28575"/>
                </a:lnTo>
                <a:close/>
                <a:moveTo>
                  <a:pt x="304800" y="133350"/>
                </a:moveTo>
                <a:cubicBezTo>
                  <a:pt x="265331" y="133350"/>
                  <a:pt x="233363" y="164783"/>
                  <a:pt x="233363" y="203537"/>
                </a:cubicBezTo>
                <a:cubicBezTo>
                  <a:pt x="233363" y="244554"/>
                  <a:pt x="271522" y="293072"/>
                  <a:pt x="292060" y="316230"/>
                </a:cubicBezTo>
                <a:cubicBezTo>
                  <a:pt x="298966" y="323969"/>
                  <a:pt x="310694" y="323969"/>
                  <a:pt x="317599" y="316230"/>
                </a:cubicBezTo>
                <a:cubicBezTo>
                  <a:pt x="338138" y="293072"/>
                  <a:pt x="376297" y="244554"/>
                  <a:pt x="376297" y="203537"/>
                </a:cubicBezTo>
                <a:cubicBezTo>
                  <a:pt x="376297" y="164783"/>
                  <a:pt x="344329" y="133350"/>
                  <a:pt x="304860" y="133350"/>
                </a:cubicBezTo>
                <a:close/>
                <a:moveTo>
                  <a:pt x="280987" y="204787"/>
                </a:moveTo>
                <a:cubicBezTo>
                  <a:pt x="280987" y="191645"/>
                  <a:pt x="291658" y="180975"/>
                  <a:pt x="304800" y="180975"/>
                </a:cubicBezTo>
                <a:cubicBezTo>
                  <a:pt x="317942" y="180975"/>
                  <a:pt x="328613" y="191645"/>
                  <a:pt x="328613" y="204787"/>
                </a:cubicBezTo>
                <a:cubicBezTo>
                  <a:pt x="328613" y="217930"/>
                  <a:pt x="317942" y="228600"/>
                  <a:pt x="304800" y="228600"/>
                </a:cubicBezTo>
                <a:cubicBezTo>
                  <a:pt x="291658" y="228600"/>
                  <a:pt x="280987" y="217930"/>
                  <a:pt x="280987" y="204787"/>
                </a:cubicBezTo>
                <a:close/>
              </a:path>
            </a:pathLst>
          </a:custGeom>
          <a:solidFill>
            <a:srgbClr val="004080"/>
          </a:solidFill>
        </p:spPr>
      </p:sp>
      <p:sp>
        <p:nvSpPr>
          <p:cNvPr id="9" name="Text 4"/>
          <p:cNvSpPr/>
          <p:nvPr>
            <p:custDataLst>
              <p:tags r:id="rId5"/>
            </p:custDataLst>
          </p:nvPr>
        </p:nvSpPr>
        <p:spPr>
          <a:xfrm>
            <a:off x="7903845" y="1985645"/>
            <a:ext cx="2032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0408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View Past Trips</a:t>
            </a:r>
            <a:endParaRPr lang="en-US" sz="1600" dirty="0"/>
          </a:p>
        </p:txBody>
      </p:sp>
      <p:sp>
        <p:nvSpPr>
          <p:cNvPr id="10" name="Text 5"/>
          <p:cNvSpPr/>
          <p:nvPr>
            <p:custDataLst>
              <p:tags r:id="rId6"/>
            </p:custDataLst>
          </p:nvPr>
        </p:nvSpPr>
        <p:spPr>
          <a:xfrm>
            <a:off x="7370445" y="2341245"/>
            <a:ext cx="33528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Scroll through your travel history and revisit memories.</a:t>
            </a:r>
            <a:endParaRPr lang="en-US" sz="1600" dirty="0"/>
          </a:p>
        </p:txBody>
      </p:sp>
      <p:sp>
        <p:nvSpPr>
          <p:cNvPr id="11" name="Shape 6"/>
          <p:cNvSpPr/>
          <p:nvPr>
            <p:custDataLst>
              <p:tags r:id="rId7"/>
            </p:custDataLst>
          </p:nvPr>
        </p:nvSpPr>
        <p:spPr>
          <a:xfrm>
            <a:off x="7167245" y="3789045"/>
            <a:ext cx="3759200" cy="2336800"/>
          </a:xfrm>
          <a:custGeom>
            <a:avLst/>
            <a:gdLst/>
            <a:ahLst/>
            <a:cxnLst/>
            <a:rect l="l" t="t" r="r" b="b"/>
            <a:pathLst>
              <a:path w="3759200" h="2336800">
                <a:moveTo>
                  <a:pt x="101604" y="0"/>
                </a:moveTo>
                <a:lnTo>
                  <a:pt x="3657596" y="0"/>
                </a:lnTo>
                <a:cubicBezTo>
                  <a:pt x="3713710" y="0"/>
                  <a:pt x="3759200" y="45490"/>
                  <a:pt x="3759200" y="101604"/>
                </a:cubicBezTo>
                <a:lnTo>
                  <a:pt x="3759200" y="2235196"/>
                </a:lnTo>
                <a:cubicBezTo>
                  <a:pt x="3759200" y="2291310"/>
                  <a:pt x="3713710" y="2336800"/>
                  <a:pt x="3657596" y="2336800"/>
                </a:cubicBezTo>
                <a:lnTo>
                  <a:pt x="101604" y="2336800"/>
                </a:lnTo>
                <a:cubicBezTo>
                  <a:pt x="45490" y="2336800"/>
                  <a:pt x="0" y="2291310"/>
                  <a:pt x="0" y="22351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A8D0F5"/>
          </a:solidFill>
        </p:spPr>
      </p:sp>
      <p:sp>
        <p:nvSpPr>
          <p:cNvPr id="12" name="Shape 7"/>
          <p:cNvSpPr/>
          <p:nvPr>
            <p:custDataLst>
              <p:tags r:id="rId8"/>
            </p:custDataLst>
          </p:nvPr>
        </p:nvSpPr>
        <p:spPr>
          <a:xfrm>
            <a:off x="7408545" y="452564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138113" y="204787"/>
                </a:moveTo>
                <a:lnTo>
                  <a:pt x="138113" y="166688"/>
                </a:lnTo>
                <a:lnTo>
                  <a:pt x="100013" y="166688"/>
                </a:lnTo>
                <a:cubicBezTo>
                  <a:pt x="92095" y="166688"/>
                  <a:pt x="85725" y="160318"/>
                  <a:pt x="85725" y="152400"/>
                </a:cubicBezTo>
                <a:cubicBezTo>
                  <a:pt x="85725" y="144482"/>
                  <a:pt x="92095" y="138113"/>
                  <a:pt x="100013" y="138113"/>
                </a:cubicBezTo>
                <a:lnTo>
                  <a:pt x="138113" y="138113"/>
                </a:lnTo>
                <a:lnTo>
                  <a:pt x="138113" y="100013"/>
                </a:lnTo>
                <a:cubicBezTo>
                  <a:pt x="138113" y="92095"/>
                  <a:pt x="144482" y="85725"/>
                  <a:pt x="152400" y="85725"/>
                </a:cubicBezTo>
                <a:cubicBezTo>
                  <a:pt x="160318" y="85725"/>
                  <a:pt x="166688" y="92095"/>
                  <a:pt x="166688" y="100013"/>
                </a:cubicBezTo>
                <a:lnTo>
                  <a:pt x="166688" y="138113"/>
                </a:lnTo>
                <a:lnTo>
                  <a:pt x="204787" y="138113"/>
                </a:lnTo>
                <a:cubicBezTo>
                  <a:pt x="212705" y="138113"/>
                  <a:pt x="219075" y="144482"/>
                  <a:pt x="219075" y="152400"/>
                </a:cubicBezTo>
                <a:cubicBezTo>
                  <a:pt x="219075" y="160318"/>
                  <a:pt x="212705" y="166688"/>
                  <a:pt x="204787" y="166688"/>
                </a:cubicBezTo>
                <a:lnTo>
                  <a:pt x="166688" y="166688"/>
                </a:lnTo>
                <a:lnTo>
                  <a:pt x="166688" y="204787"/>
                </a:lnTo>
                <a:cubicBezTo>
                  <a:pt x="166688" y="212705"/>
                  <a:pt x="160318" y="219075"/>
                  <a:pt x="152400" y="219075"/>
                </a:cubicBezTo>
                <a:cubicBezTo>
                  <a:pt x="144482" y="219075"/>
                  <a:pt x="138113" y="212705"/>
                  <a:pt x="138113" y="204787"/>
                </a:cubicBezTo>
                <a:close/>
              </a:path>
            </a:pathLst>
          </a:custGeom>
          <a:solidFill>
            <a:srgbClr val="004080"/>
          </a:solidFill>
        </p:spPr>
      </p:sp>
      <p:sp>
        <p:nvSpPr>
          <p:cNvPr id="13" name="Text 8"/>
          <p:cNvSpPr/>
          <p:nvPr>
            <p:custDataLst>
              <p:tags r:id="rId9"/>
            </p:custDataLst>
          </p:nvPr>
        </p:nvSpPr>
        <p:spPr>
          <a:xfrm>
            <a:off x="7903845" y="4525645"/>
            <a:ext cx="2374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0408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Start New Journey</a:t>
            </a:r>
            <a:endParaRPr lang="en-US" sz="1600" dirty="0"/>
          </a:p>
        </p:txBody>
      </p:sp>
      <p:sp>
        <p:nvSpPr>
          <p:cNvPr id="14" name="Text 9"/>
          <p:cNvSpPr/>
          <p:nvPr>
            <p:custDataLst>
              <p:tags r:id="rId10"/>
            </p:custDataLst>
          </p:nvPr>
        </p:nvSpPr>
        <p:spPr>
          <a:xfrm>
            <a:off x="7370445" y="4881245"/>
            <a:ext cx="33528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Tap to quickly create a new trip and start planning.</a:t>
            </a:r>
            <a:endParaRPr lang="en-US" sz="1600" dirty="0"/>
          </a:p>
        </p:txBody>
      </p:sp>
      <p:pic>
        <p:nvPicPr>
          <p:cNvPr id="15" name="图片 14" descr="首页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42820" y="1188720"/>
            <a:ext cx="2409825" cy="477266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2-d2v63jlnfo2stf9dk4r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" y="429895"/>
            <a:ext cx="579755" cy="65214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8-12:55:41-d2v63jdnfo2stf9dk4q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44260"/>
            <a:ext cx="12192635" cy="7137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254000"/>
            <a:ext cx="1219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0040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Home Overview</a:t>
            </a:r>
            <a:endParaRPr lang="en-US" sz="1600" dirty="0"/>
          </a:p>
        </p:txBody>
      </p:sp>
      <p:pic>
        <p:nvPicPr>
          <p:cNvPr id="15" name="图片 14" descr="首页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550" y="1188720"/>
            <a:ext cx="2409825" cy="477266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1365" y="1188720"/>
            <a:ext cx="3567430" cy="185674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9270" y="4308475"/>
            <a:ext cx="6657340" cy="1331595"/>
          </a:xfrm>
          <a:prstGeom prst="rect">
            <a:avLst/>
          </a:prstGeom>
        </p:spPr>
      </p:pic>
      <p:cxnSp>
        <p:nvCxnSpPr>
          <p:cNvPr id="16" name="直接箭头连接符 15"/>
          <p:cNvCxnSpPr/>
          <p:nvPr/>
        </p:nvCxnSpPr>
        <p:spPr>
          <a:xfrm>
            <a:off x="3656965" y="1898650"/>
            <a:ext cx="1979930" cy="93345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>
            <a:endCxn id="6" idx="1"/>
          </p:cNvCxnSpPr>
          <p:nvPr/>
        </p:nvCxnSpPr>
        <p:spPr>
          <a:xfrm flipV="1">
            <a:off x="3718560" y="4974590"/>
            <a:ext cx="600710" cy="737235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椭圆 17"/>
          <p:cNvSpPr/>
          <p:nvPr/>
        </p:nvSpPr>
        <p:spPr>
          <a:xfrm>
            <a:off x="5574665" y="4617085"/>
            <a:ext cx="884555" cy="861060"/>
          </a:xfrm>
          <a:prstGeom prst="ellipse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6703060" y="4617085"/>
            <a:ext cx="884555" cy="861060"/>
          </a:xfrm>
          <a:prstGeom prst="ellipse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椭圆 19"/>
          <p:cNvSpPr/>
          <p:nvPr/>
        </p:nvSpPr>
        <p:spPr>
          <a:xfrm>
            <a:off x="7831455" y="4617085"/>
            <a:ext cx="884555" cy="861060"/>
          </a:xfrm>
          <a:prstGeom prst="ellipse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椭圆 20"/>
          <p:cNvSpPr/>
          <p:nvPr/>
        </p:nvSpPr>
        <p:spPr>
          <a:xfrm>
            <a:off x="8959850" y="4617085"/>
            <a:ext cx="884555" cy="861060"/>
          </a:xfrm>
          <a:prstGeom prst="ellipse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椭圆 21"/>
          <p:cNvSpPr/>
          <p:nvPr/>
        </p:nvSpPr>
        <p:spPr>
          <a:xfrm>
            <a:off x="10088245" y="4617085"/>
            <a:ext cx="884555" cy="861060"/>
          </a:xfrm>
          <a:prstGeom prst="ellipse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2-d2v63jlnfo2stf9dk4r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" y="429895"/>
            <a:ext cx="579755" cy="65214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8-12:55:41-d2v63jdnfo2stf9dk4q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44260"/>
            <a:ext cx="12192635" cy="71374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047724" y="254000"/>
            <a:ext cx="72771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0040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V</a:t>
            </a:r>
            <a:r>
              <a:rPr lang="en-US" sz="3000" dirty="0">
                <a:solidFill>
                  <a:srgbClr val="0040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iew Trip</a:t>
            </a:r>
            <a:endParaRPr lang="en-US" sz="1600" dirty="0"/>
          </a:p>
        </p:txBody>
      </p:sp>
      <p:sp>
        <p:nvSpPr>
          <p:cNvPr id="19" name="Text 0"/>
          <p:cNvSpPr/>
          <p:nvPr/>
        </p:nvSpPr>
        <p:spPr>
          <a:xfrm>
            <a:off x="4663414" y="254000"/>
            <a:ext cx="72771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0040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Start a New Trip</a:t>
            </a:r>
            <a:endParaRPr lang="en-US" sz="1600" dirty="0"/>
          </a:p>
        </p:txBody>
      </p:sp>
      <p:grpSp>
        <p:nvGrpSpPr>
          <p:cNvPr id="30" name="组合 29"/>
          <p:cNvGrpSpPr/>
          <p:nvPr/>
        </p:nvGrpSpPr>
        <p:grpSpPr>
          <a:xfrm>
            <a:off x="7850505" y="1722120"/>
            <a:ext cx="3895725" cy="3700145"/>
            <a:chOff x="8144" y="3360"/>
            <a:chExt cx="10660" cy="2160"/>
          </a:xfrm>
        </p:grpSpPr>
        <p:sp>
          <p:nvSpPr>
            <p:cNvPr id="20" name="Shape 2"/>
            <p:cNvSpPr/>
            <p:nvPr/>
          </p:nvSpPr>
          <p:spPr>
            <a:xfrm>
              <a:off x="8155" y="3360"/>
              <a:ext cx="10649" cy="960"/>
            </a:xfrm>
            <a:custGeom>
              <a:avLst/>
              <a:gdLst/>
              <a:ahLst/>
              <a:cxnLst/>
              <a:rect l="l" t="t" r="r" b="b"/>
              <a:pathLst>
                <a:path w="6769100" h="609600">
                  <a:moveTo>
                    <a:pt x="101602" y="0"/>
                  </a:moveTo>
                  <a:lnTo>
                    <a:pt x="6667498" y="0"/>
                  </a:lnTo>
                  <a:cubicBezTo>
                    <a:pt x="6723611" y="0"/>
                    <a:pt x="6769100" y="45489"/>
                    <a:pt x="6769100" y="101602"/>
                  </a:cubicBezTo>
                  <a:lnTo>
                    <a:pt x="6769100" y="507998"/>
                  </a:lnTo>
                  <a:cubicBezTo>
                    <a:pt x="6769100" y="564111"/>
                    <a:pt x="6723611" y="609600"/>
                    <a:pt x="6667498" y="609600"/>
                  </a:cubicBezTo>
                  <a:lnTo>
                    <a:pt x="101602" y="609600"/>
                  </a:lnTo>
                  <a:cubicBezTo>
                    <a:pt x="45489" y="609600"/>
                    <a:pt x="0" y="564111"/>
                    <a:pt x="0" y="507998"/>
                  </a:cubicBezTo>
                  <a:lnTo>
                    <a:pt x="0" y="101602"/>
                  </a:lnTo>
                  <a:cubicBezTo>
                    <a:pt x="0" y="45526"/>
                    <a:pt x="45526" y="0"/>
                    <a:pt x="101602" y="0"/>
                  </a:cubicBezTo>
                  <a:close/>
                </a:path>
              </a:pathLst>
            </a:custGeom>
            <a:solidFill>
              <a:srgbClr val="A8D0F5"/>
            </a:solidFill>
          </p:spPr>
        </p:sp>
        <p:sp>
          <p:nvSpPr>
            <p:cNvPr id="21" name="Shape 3"/>
            <p:cNvSpPr/>
            <p:nvPr/>
          </p:nvSpPr>
          <p:spPr>
            <a:xfrm>
              <a:off x="8394" y="3712"/>
              <a:ext cx="844" cy="255"/>
            </a:xfrm>
            <a:custGeom>
              <a:avLst/>
              <a:gdLst/>
              <a:ahLst/>
              <a:cxnLst/>
              <a:rect l="l" t="t" r="r" b="b"/>
              <a:pathLst>
                <a:path w="158750" h="254000">
                  <a:moveTo>
                    <a:pt x="95250" y="141089"/>
                  </a:moveTo>
                  <a:cubicBezTo>
                    <a:pt x="127050" y="133896"/>
                    <a:pt x="150813" y="105420"/>
                    <a:pt x="150813" y="71438"/>
                  </a:cubicBezTo>
                  <a:cubicBezTo>
                    <a:pt x="150813" y="31998"/>
                    <a:pt x="118814" y="0"/>
                    <a:pt x="79375" y="0"/>
                  </a:cubicBezTo>
                  <a:cubicBezTo>
                    <a:pt x="39936" y="0"/>
                    <a:pt x="7938" y="31998"/>
                    <a:pt x="7938" y="71438"/>
                  </a:cubicBezTo>
                  <a:cubicBezTo>
                    <a:pt x="7938" y="105420"/>
                    <a:pt x="31700" y="133896"/>
                    <a:pt x="63500" y="141089"/>
                  </a:cubicBezTo>
                  <a:lnTo>
                    <a:pt x="63500" y="238125"/>
                  </a:lnTo>
                  <a:cubicBezTo>
                    <a:pt x="63500" y="246906"/>
                    <a:pt x="70594" y="254000"/>
                    <a:pt x="79375" y="254000"/>
                  </a:cubicBezTo>
                  <a:cubicBezTo>
                    <a:pt x="88156" y="254000"/>
                    <a:pt x="95250" y="246906"/>
                    <a:pt x="95250" y="238125"/>
                  </a:cubicBezTo>
                  <a:lnTo>
                    <a:pt x="95250" y="141089"/>
                  </a:lnTo>
                  <a:close/>
                  <a:moveTo>
                    <a:pt x="83344" y="47625"/>
                  </a:moveTo>
                  <a:cubicBezTo>
                    <a:pt x="68014" y="47625"/>
                    <a:pt x="55563" y="60077"/>
                    <a:pt x="55563" y="75406"/>
                  </a:cubicBezTo>
                  <a:cubicBezTo>
                    <a:pt x="55563" y="82004"/>
                    <a:pt x="50254" y="87313"/>
                    <a:pt x="43656" y="87313"/>
                  </a:cubicBezTo>
                  <a:cubicBezTo>
                    <a:pt x="37058" y="87313"/>
                    <a:pt x="31750" y="82004"/>
                    <a:pt x="31750" y="75406"/>
                  </a:cubicBezTo>
                  <a:cubicBezTo>
                    <a:pt x="31750" y="46930"/>
                    <a:pt x="54868" y="23812"/>
                    <a:pt x="83344" y="23812"/>
                  </a:cubicBezTo>
                  <a:cubicBezTo>
                    <a:pt x="89942" y="23812"/>
                    <a:pt x="95250" y="29121"/>
                    <a:pt x="95250" y="35719"/>
                  </a:cubicBezTo>
                  <a:cubicBezTo>
                    <a:pt x="95250" y="42317"/>
                    <a:pt x="89942" y="47625"/>
                    <a:pt x="83344" y="47625"/>
                  </a:cubicBezTo>
                  <a:close/>
                </a:path>
              </a:pathLst>
            </a:custGeom>
            <a:solidFill>
              <a:srgbClr val="004080"/>
            </a:solidFill>
          </p:spPr>
        </p:sp>
        <p:sp>
          <p:nvSpPr>
            <p:cNvPr id="22" name="Text 4"/>
            <p:cNvSpPr/>
            <p:nvPr/>
          </p:nvSpPr>
          <p:spPr>
            <a:xfrm>
              <a:off x="9504" y="3600"/>
              <a:ext cx="8600" cy="48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p>
              <a:pPr marL="0" indent="0">
                <a:lnSpc>
                  <a:spcPct val="130000"/>
                </a:lnSpc>
                <a:buNone/>
              </a:pPr>
              <a:r>
                <a:rPr lang="en-US" sz="1600" dirty="0">
                  <a:solidFill>
                    <a:srgbClr val="4A4A4A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Destination &amp; Dates:</a:t>
              </a:r>
              <a:r>
                <a:rPr lang="en-US" sz="1600" dirty="0">
                  <a:solidFill>
                    <a:srgbClr val="4A4A4A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 The core information to get started.</a:t>
              </a:r>
              <a:endParaRPr lang="en-US" sz="1600" dirty="0"/>
            </a:p>
          </p:txBody>
        </p:sp>
        <p:sp>
          <p:nvSpPr>
            <p:cNvPr id="23" name="Shape 5"/>
            <p:cNvSpPr/>
            <p:nvPr/>
          </p:nvSpPr>
          <p:spPr>
            <a:xfrm>
              <a:off x="8144" y="4560"/>
              <a:ext cx="10660" cy="960"/>
            </a:xfrm>
            <a:custGeom>
              <a:avLst/>
              <a:gdLst/>
              <a:ahLst/>
              <a:cxnLst/>
              <a:rect l="l" t="t" r="r" b="b"/>
              <a:pathLst>
                <a:path w="6769100" h="609600">
                  <a:moveTo>
                    <a:pt x="101602" y="0"/>
                  </a:moveTo>
                  <a:lnTo>
                    <a:pt x="6667498" y="0"/>
                  </a:lnTo>
                  <a:cubicBezTo>
                    <a:pt x="6723611" y="0"/>
                    <a:pt x="6769100" y="45489"/>
                    <a:pt x="6769100" y="101602"/>
                  </a:cubicBezTo>
                  <a:lnTo>
                    <a:pt x="6769100" y="507998"/>
                  </a:lnTo>
                  <a:cubicBezTo>
                    <a:pt x="6769100" y="564111"/>
                    <a:pt x="6723611" y="609600"/>
                    <a:pt x="6667498" y="609600"/>
                  </a:cubicBezTo>
                  <a:lnTo>
                    <a:pt x="101602" y="609600"/>
                  </a:lnTo>
                  <a:cubicBezTo>
                    <a:pt x="45489" y="609600"/>
                    <a:pt x="0" y="564111"/>
                    <a:pt x="0" y="507998"/>
                  </a:cubicBezTo>
                  <a:lnTo>
                    <a:pt x="0" y="101602"/>
                  </a:lnTo>
                  <a:cubicBezTo>
                    <a:pt x="0" y="45526"/>
                    <a:pt x="45526" y="0"/>
                    <a:pt x="101602" y="0"/>
                  </a:cubicBezTo>
                  <a:close/>
                </a:path>
              </a:pathLst>
            </a:custGeom>
            <a:solidFill>
              <a:srgbClr val="A8D0F5"/>
            </a:solidFill>
          </p:spPr>
        </p:sp>
        <p:sp>
          <p:nvSpPr>
            <p:cNvPr id="24" name="Shape 6"/>
            <p:cNvSpPr/>
            <p:nvPr/>
          </p:nvSpPr>
          <p:spPr>
            <a:xfrm>
              <a:off x="8659" y="4910"/>
              <a:ext cx="579" cy="201"/>
            </a:xfrm>
            <a:custGeom>
              <a:avLst/>
              <a:gdLst/>
              <a:ahLst/>
              <a:cxnLst/>
              <a:rect l="l" t="t" r="r" b="b"/>
              <a:pathLst>
                <a:path w="254000" h="254000">
                  <a:moveTo>
                    <a:pt x="31750" y="15875"/>
                  </a:moveTo>
                  <a:cubicBezTo>
                    <a:pt x="14238" y="15875"/>
                    <a:pt x="0" y="30113"/>
                    <a:pt x="0" y="47625"/>
                  </a:cubicBezTo>
                  <a:lnTo>
                    <a:pt x="0" y="190500"/>
                  </a:lnTo>
                  <a:cubicBezTo>
                    <a:pt x="0" y="208012"/>
                    <a:pt x="14238" y="222250"/>
                    <a:pt x="31750" y="222250"/>
                  </a:cubicBezTo>
                  <a:lnTo>
                    <a:pt x="222250" y="222250"/>
                  </a:lnTo>
                  <a:cubicBezTo>
                    <a:pt x="239762" y="222250"/>
                    <a:pt x="254000" y="208012"/>
                    <a:pt x="254000" y="190500"/>
                  </a:cubicBezTo>
                  <a:lnTo>
                    <a:pt x="254000" y="95250"/>
                  </a:lnTo>
                  <a:cubicBezTo>
                    <a:pt x="254000" y="77738"/>
                    <a:pt x="239762" y="63500"/>
                    <a:pt x="222250" y="63500"/>
                  </a:cubicBezTo>
                  <a:lnTo>
                    <a:pt x="35719" y="63500"/>
                  </a:lnTo>
                  <a:cubicBezTo>
                    <a:pt x="29121" y="63500"/>
                    <a:pt x="23812" y="58192"/>
                    <a:pt x="23812" y="51594"/>
                  </a:cubicBezTo>
                  <a:cubicBezTo>
                    <a:pt x="23812" y="44996"/>
                    <a:pt x="29121" y="39688"/>
                    <a:pt x="35719" y="39688"/>
                  </a:cubicBezTo>
                  <a:lnTo>
                    <a:pt x="226219" y="39688"/>
                  </a:lnTo>
                  <a:cubicBezTo>
                    <a:pt x="232817" y="39688"/>
                    <a:pt x="238125" y="34379"/>
                    <a:pt x="238125" y="27781"/>
                  </a:cubicBezTo>
                  <a:cubicBezTo>
                    <a:pt x="238125" y="21183"/>
                    <a:pt x="232817" y="15875"/>
                    <a:pt x="226219" y="15875"/>
                  </a:cubicBezTo>
                  <a:lnTo>
                    <a:pt x="31750" y="15875"/>
                  </a:lnTo>
                  <a:close/>
                  <a:moveTo>
                    <a:pt x="206375" y="127000"/>
                  </a:moveTo>
                  <a:cubicBezTo>
                    <a:pt x="215137" y="127000"/>
                    <a:pt x="222250" y="134113"/>
                    <a:pt x="222250" y="142875"/>
                  </a:cubicBezTo>
                  <a:cubicBezTo>
                    <a:pt x="222250" y="151637"/>
                    <a:pt x="215137" y="158750"/>
                    <a:pt x="206375" y="158750"/>
                  </a:cubicBezTo>
                  <a:cubicBezTo>
                    <a:pt x="197613" y="158750"/>
                    <a:pt x="190500" y="151637"/>
                    <a:pt x="190500" y="142875"/>
                  </a:cubicBezTo>
                  <a:cubicBezTo>
                    <a:pt x="190500" y="134113"/>
                    <a:pt x="197613" y="127000"/>
                    <a:pt x="206375" y="127000"/>
                  </a:cubicBezTo>
                  <a:close/>
                </a:path>
              </a:pathLst>
            </a:custGeom>
            <a:solidFill>
              <a:srgbClr val="004080"/>
            </a:solidFill>
          </p:spPr>
        </p:sp>
        <p:sp>
          <p:nvSpPr>
            <p:cNvPr id="25" name="Text 7"/>
            <p:cNvSpPr/>
            <p:nvPr/>
          </p:nvSpPr>
          <p:spPr>
            <a:xfrm>
              <a:off x="9504" y="4800"/>
              <a:ext cx="8940" cy="48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p>
              <a:pPr marL="0" indent="0">
                <a:lnSpc>
                  <a:spcPct val="130000"/>
                </a:lnSpc>
                <a:buNone/>
              </a:pPr>
              <a:r>
                <a:rPr lang="en-US" sz="1600" dirty="0">
                  <a:solidFill>
                    <a:srgbClr val="4A4A4A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Optional Budget:</a:t>
              </a:r>
              <a:r>
                <a:rPr lang="en-US" sz="1600" dirty="0">
                  <a:solidFill>
                    <a:srgbClr val="4A4A4A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 Helps track expenses throughout the trip.</a:t>
              </a:r>
              <a:endParaRPr lang="en-US" sz="1600" dirty="0"/>
            </a:p>
          </p:txBody>
        </p:sp>
      </p:grpSp>
      <p:pic>
        <p:nvPicPr>
          <p:cNvPr id="29" name="图片 28" descr="创建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900" y="986155"/>
            <a:ext cx="2712085" cy="508635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cxnSp>
        <p:nvCxnSpPr>
          <p:cNvPr id="31" name="直接箭头连接符 30"/>
          <p:cNvCxnSpPr>
            <a:stCxn id="18" idx="3"/>
            <a:endCxn id="29" idx="1"/>
          </p:cNvCxnSpPr>
          <p:nvPr/>
        </p:nvCxnSpPr>
        <p:spPr>
          <a:xfrm>
            <a:off x="3683000" y="3510280"/>
            <a:ext cx="977900" cy="1905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5" name="图片 14" descr="首页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815" y="986155"/>
            <a:ext cx="2583180" cy="511619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2-d2v63jlnfo2stf9dk4r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" y="429895"/>
            <a:ext cx="579755" cy="65214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8-12:55:41-d2v63jdnfo2stf9dk4q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44260"/>
            <a:ext cx="12192635" cy="71374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047724" y="254000"/>
            <a:ext cx="72771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0040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View </a:t>
            </a:r>
            <a:r>
              <a:rPr lang="en-US" sz="3000" dirty="0">
                <a:solidFill>
                  <a:srgbClr val="0040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  <a:sym typeface="+mn-ea"/>
              </a:rPr>
              <a:t>Diary</a:t>
            </a:r>
            <a:endParaRPr lang="en-US" sz="1600" dirty="0"/>
          </a:p>
        </p:txBody>
      </p:sp>
      <p:pic>
        <p:nvPicPr>
          <p:cNvPr id="18" name="图片 17" descr="旅行实例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435" y="986155"/>
            <a:ext cx="2742565" cy="504825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9" name="Text 0"/>
          <p:cNvSpPr/>
          <p:nvPr/>
        </p:nvSpPr>
        <p:spPr>
          <a:xfrm>
            <a:off x="4663414" y="254000"/>
            <a:ext cx="72771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0040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  <a:sym typeface="+mn-ea"/>
              </a:rPr>
              <a:t>Write Travel Diary</a:t>
            </a:r>
            <a:endParaRPr lang="en-US" sz="1600" dirty="0"/>
          </a:p>
        </p:txBody>
      </p:sp>
      <p:cxnSp>
        <p:nvCxnSpPr>
          <p:cNvPr id="31" name="直接箭头连接符 30"/>
          <p:cNvCxnSpPr>
            <a:stCxn id="18" idx="3"/>
            <a:endCxn id="29" idx="1"/>
          </p:cNvCxnSpPr>
          <p:nvPr/>
        </p:nvCxnSpPr>
        <p:spPr>
          <a:xfrm>
            <a:off x="3683000" y="3510280"/>
            <a:ext cx="977900" cy="1905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4" name="图片 3" descr="日记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986155"/>
            <a:ext cx="2679065" cy="511937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6" name="Shape 2"/>
          <p:cNvSpPr/>
          <p:nvPr>
            <p:custDataLst>
              <p:tags r:id="rId5"/>
            </p:custDataLst>
          </p:nvPr>
        </p:nvSpPr>
        <p:spPr>
          <a:xfrm>
            <a:off x="8239125" y="1867535"/>
            <a:ext cx="3276600" cy="609600"/>
          </a:xfrm>
          <a:custGeom>
            <a:avLst/>
            <a:gdLst/>
            <a:ahLst/>
            <a:cxnLst/>
            <a:rect l="l" t="t" r="r" b="b"/>
            <a:pathLst>
              <a:path w="3276600" h="609600">
                <a:moveTo>
                  <a:pt x="101602" y="0"/>
                </a:moveTo>
                <a:lnTo>
                  <a:pt x="3174998" y="0"/>
                </a:lnTo>
                <a:cubicBezTo>
                  <a:pt x="3231111" y="0"/>
                  <a:pt x="3276600" y="45489"/>
                  <a:pt x="3276600" y="101602"/>
                </a:cubicBezTo>
                <a:lnTo>
                  <a:pt x="3276600" y="507998"/>
                </a:lnTo>
                <a:cubicBezTo>
                  <a:pt x="3276600" y="564111"/>
                  <a:pt x="3231111" y="609600"/>
                  <a:pt x="3174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A8D0F5"/>
          </a:solidFill>
        </p:spPr>
      </p:sp>
      <p:sp>
        <p:nvSpPr>
          <p:cNvPr id="27" name="Shape 3"/>
          <p:cNvSpPr/>
          <p:nvPr>
            <p:custDataLst>
              <p:tags r:id="rId6"/>
            </p:custDataLst>
          </p:nvPr>
        </p:nvSpPr>
        <p:spPr>
          <a:xfrm>
            <a:off x="8423275" y="2045335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85291" y="13444"/>
                </a:moveTo>
                <a:cubicBezTo>
                  <a:pt x="192732" y="4911"/>
                  <a:pt x="203498" y="0"/>
                  <a:pt x="214858" y="0"/>
                </a:cubicBezTo>
                <a:cubicBezTo>
                  <a:pt x="236488" y="0"/>
                  <a:pt x="254050" y="17562"/>
                  <a:pt x="254050" y="39191"/>
                </a:cubicBezTo>
                <a:cubicBezTo>
                  <a:pt x="254050" y="50502"/>
                  <a:pt x="249138" y="61317"/>
                  <a:pt x="240605" y="68759"/>
                </a:cubicBezTo>
                <a:lnTo>
                  <a:pt x="140742" y="155674"/>
                </a:lnTo>
                <a:lnTo>
                  <a:pt x="135434" y="150316"/>
                </a:lnTo>
                <a:lnTo>
                  <a:pt x="103684" y="118566"/>
                </a:lnTo>
                <a:lnTo>
                  <a:pt x="98326" y="113258"/>
                </a:lnTo>
                <a:lnTo>
                  <a:pt x="185291" y="13444"/>
                </a:lnTo>
                <a:close/>
                <a:moveTo>
                  <a:pt x="79921" y="128488"/>
                </a:moveTo>
                <a:cubicBezTo>
                  <a:pt x="80367" y="128984"/>
                  <a:pt x="93266" y="141883"/>
                  <a:pt x="118566" y="167184"/>
                </a:cubicBezTo>
                <a:lnTo>
                  <a:pt x="125462" y="174079"/>
                </a:lnTo>
                <a:lnTo>
                  <a:pt x="116979" y="210889"/>
                </a:lnTo>
                <a:cubicBezTo>
                  <a:pt x="115044" y="219373"/>
                  <a:pt x="108595" y="226120"/>
                  <a:pt x="100211" y="228451"/>
                </a:cubicBezTo>
                <a:lnTo>
                  <a:pt x="15974" y="252016"/>
                </a:lnTo>
                <a:lnTo>
                  <a:pt x="61764" y="206226"/>
                </a:lnTo>
                <a:cubicBezTo>
                  <a:pt x="62359" y="206276"/>
                  <a:pt x="62905" y="206325"/>
                  <a:pt x="63500" y="206325"/>
                </a:cubicBezTo>
                <a:cubicBezTo>
                  <a:pt x="72281" y="206325"/>
                  <a:pt x="79375" y="199231"/>
                  <a:pt x="79375" y="190450"/>
                </a:cubicBezTo>
                <a:cubicBezTo>
                  <a:pt x="79375" y="181670"/>
                  <a:pt x="72281" y="174575"/>
                  <a:pt x="63500" y="174575"/>
                </a:cubicBezTo>
                <a:cubicBezTo>
                  <a:pt x="54719" y="174575"/>
                  <a:pt x="47625" y="181670"/>
                  <a:pt x="47625" y="190450"/>
                </a:cubicBezTo>
                <a:cubicBezTo>
                  <a:pt x="47625" y="191046"/>
                  <a:pt x="47675" y="191641"/>
                  <a:pt x="47724" y="192187"/>
                </a:cubicBezTo>
                <a:lnTo>
                  <a:pt x="1935" y="238026"/>
                </a:lnTo>
                <a:lnTo>
                  <a:pt x="25549" y="153789"/>
                </a:lnTo>
                <a:cubicBezTo>
                  <a:pt x="27880" y="145405"/>
                  <a:pt x="34627" y="138956"/>
                  <a:pt x="43111" y="137021"/>
                </a:cubicBezTo>
                <a:lnTo>
                  <a:pt x="79921" y="128488"/>
                </a:lnTo>
                <a:close/>
              </a:path>
            </a:pathLst>
          </a:custGeom>
          <a:solidFill>
            <a:srgbClr val="004080"/>
          </a:solidFill>
        </p:spPr>
      </p:sp>
      <p:sp>
        <p:nvSpPr>
          <p:cNvPr id="28" name="Text 4"/>
          <p:cNvSpPr/>
          <p:nvPr>
            <p:custDataLst>
              <p:tags r:id="rId7"/>
            </p:custDataLst>
          </p:nvPr>
        </p:nvSpPr>
        <p:spPr>
          <a:xfrm>
            <a:off x="8861425" y="2019935"/>
            <a:ext cx="20955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Rich Text Editor</a:t>
            </a:r>
            <a:endParaRPr lang="en-US" sz="1600" dirty="0"/>
          </a:p>
        </p:txBody>
      </p:sp>
      <p:sp>
        <p:nvSpPr>
          <p:cNvPr id="32" name="Shape 5"/>
          <p:cNvSpPr/>
          <p:nvPr>
            <p:custDataLst>
              <p:tags r:id="rId8"/>
            </p:custDataLst>
          </p:nvPr>
        </p:nvSpPr>
        <p:spPr>
          <a:xfrm>
            <a:off x="8239072" y="3645535"/>
            <a:ext cx="3276600" cy="609600"/>
          </a:xfrm>
          <a:custGeom>
            <a:avLst/>
            <a:gdLst/>
            <a:ahLst/>
            <a:cxnLst/>
            <a:rect l="l" t="t" r="r" b="b"/>
            <a:pathLst>
              <a:path w="3276600" h="609600">
                <a:moveTo>
                  <a:pt x="101602" y="0"/>
                </a:moveTo>
                <a:lnTo>
                  <a:pt x="3174998" y="0"/>
                </a:lnTo>
                <a:cubicBezTo>
                  <a:pt x="3231111" y="0"/>
                  <a:pt x="3276600" y="45489"/>
                  <a:pt x="3276600" y="101602"/>
                </a:cubicBezTo>
                <a:lnTo>
                  <a:pt x="3276600" y="507998"/>
                </a:lnTo>
                <a:cubicBezTo>
                  <a:pt x="3276600" y="564111"/>
                  <a:pt x="3231111" y="609600"/>
                  <a:pt x="3174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A8D0F5"/>
          </a:solidFill>
        </p:spPr>
      </p:sp>
      <p:sp>
        <p:nvSpPr>
          <p:cNvPr id="33" name="Shape 6"/>
          <p:cNvSpPr/>
          <p:nvPr>
            <p:custDataLst>
              <p:tags r:id="rId9"/>
            </p:custDataLst>
          </p:nvPr>
        </p:nvSpPr>
        <p:spPr>
          <a:xfrm>
            <a:off x="8423222" y="3823335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254000"/>
                </a:moveTo>
                <a:cubicBezTo>
                  <a:pt x="197093" y="254000"/>
                  <a:pt x="254000" y="197093"/>
                  <a:pt x="254000" y="127000"/>
                </a:cubicBezTo>
                <a:cubicBezTo>
                  <a:pt x="254000" y="56907"/>
                  <a:pt x="197093" y="0"/>
                  <a:pt x="127000" y="0"/>
                </a:cubicBezTo>
                <a:cubicBezTo>
                  <a:pt x="56907" y="0"/>
                  <a:pt x="0" y="56907"/>
                  <a:pt x="0" y="127000"/>
                </a:cubicBezTo>
                <a:cubicBezTo>
                  <a:pt x="0" y="197093"/>
                  <a:pt x="56907" y="254000"/>
                  <a:pt x="127000" y="254000"/>
                </a:cubicBezTo>
                <a:close/>
                <a:moveTo>
                  <a:pt x="82054" y="159693"/>
                </a:moveTo>
                <a:cubicBezTo>
                  <a:pt x="92174" y="173583"/>
                  <a:pt x="108545" y="182563"/>
                  <a:pt x="127000" y="182563"/>
                </a:cubicBezTo>
                <a:cubicBezTo>
                  <a:pt x="145455" y="182563"/>
                  <a:pt x="161826" y="173583"/>
                  <a:pt x="171946" y="159693"/>
                </a:cubicBezTo>
                <a:cubicBezTo>
                  <a:pt x="175816" y="154384"/>
                  <a:pt x="183257" y="153194"/>
                  <a:pt x="188565" y="157063"/>
                </a:cubicBezTo>
                <a:cubicBezTo>
                  <a:pt x="193873" y="160933"/>
                  <a:pt x="195064" y="168374"/>
                  <a:pt x="191195" y="173682"/>
                </a:cubicBezTo>
                <a:cubicBezTo>
                  <a:pt x="176758" y="193477"/>
                  <a:pt x="153392" y="206375"/>
                  <a:pt x="127000" y="206375"/>
                </a:cubicBezTo>
                <a:cubicBezTo>
                  <a:pt x="100608" y="206375"/>
                  <a:pt x="77242" y="193477"/>
                  <a:pt x="62805" y="173682"/>
                </a:cubicBezTo>
                <a:cubicBezTo>
                  <a:pt x="58936" y="168374"/>
                  <a:pt x="60127" y="160933"/>
                  <a:pt x="65435" y="157063"/>
                </a:cubicBezTo>
                <a:cubicBezTo>
                  <a:pt x="70743" y="153194"/>
                  <a:pt x="78184" y="154384"/>
                  <a:pt x="82054" y="159693"/>
                </a:cubicBezTo>
                <a:close/>
                <a:moveTo>
                  <a:pt x="87313" y="89297"/>
                </a:moveTo>
                <a:cubicBezTo>
                  <a:pt x="79623" y="89297"/>
                  <a:pt x="73422" y="95498"/>
                  <a:pt x="73422" y="103188"/>
                </a:cubicBezTo>
                <a:lnTo>
                  <a:pt x="73422" y="107156"/>
                </a:lnTo>
                <a:cubicBezTo>
                  <a:pt x="73422" y="112613"/>
                  <a:pt x="68957" y="117078"/>
                  <a:pt x="63500" y="117078"/>
                </a:cubicBezTo>
                <a:cubicBezTo>
                  <a:pt x="58043" y="117078"/>
                  <a:pt x="53578" y="112613"/>
                  <a:pt x="53578" y="107156"/>
                </a:cubicBezTo>
                <a:lnTo>
                  <a:pt x="53578" y="103188"/>
                </a:lnTo>
                <a:cubicBezTo>
                  <a:pt x="53578" y="84534"/>
                  <a:pt x="68659" y="69453"/>
                  <a:pt x="87313" y="69453"/>
                </a:cubicBezTo>
                <a:cubicBezTo>
                  <a:pt x="105966" y="69453"/>
                  <a:pt x="121047" y="84534"/>
                  <a:pt x="121047" y="103188"/>
                </a:cubicBezTo>
                <a:lnTo>
                  <a:pt x="121047" y="107156"/>
                </a:lnTo>
                <a:cubicBezTo>
                  <a:pt x="121047" y="112613"/>
                  <a:pt x="116582" y="117078"/>
                  <a:pt x="111125" y="117078"/>
                </a:cubicBezTo>
                <a:cubicBezTo>
                  <a:pt x="105668" y="117078"/>
                  <a:pt x="101203" y="112613"/>
                  <a:pt x="101203" y="107156"/>
                </a:cubicBezTo>
                <a:lnTo>
                  <a:pt x="101203" y="103188"/>
                </a:lnTo>
                <a:cubicBezTo>
                  <a:pt x="101203" y="95498"/>
                  <a:pt x="95002" y="89297"/>
                  <a:pt x="87313" y="89297"/>
                </a:cubicBezTo>
                <a:close/>
                <a:moveTo>
                  <a:pt x="152797" y="103188"/>
                </a:moveTo>
                <a:lnTo>
                  <a:pt x="152797" y="107156"/>
                </a:lnTo>
                <a:cubicBezTo>
                  <a:pt x="152797" y="112613"/>
                  <a:pt x="148332" y="117078"/>
                  <a:pt x="142875" y="117078"/>
                </a:cubicBezTo>
                <a:cubicBezTo>
                  <a:pt x="137418" y="117078"/>
                  <a:pt x="132953" y="112613"/>
                  <a:pt x="132953" y="107156"/>
                </a:cubicBezTo>
                <a:lnTo>
                  <a:pt x="132953" y="103188"/>
                </a:lnTo>
                <a:cubicBezTo>
                  <a:pt x="132953" y="84534"/>
                  <a:pt x="148034" y="69453"/>
                  <a:pt x="166688" y="69453"/>
                </a:cubicBezTo>
                <a:cubicBezTo>
                  <a:pt x="185341" y="69453"/>
                  <a:pt x="200422" y="84534"/>
                  <a:pt x="200422" y="103188"/>
                </a:cubicBezTo>
                <a:lnTo>
                  <a:pt x="200422" y="107156"/>
                </a:lnTo>
                <a:cubicBezTo>
                  <a:pt x="200422" y="112613"/>
                  <a:pt x="195957" y="117078"/>
                  <a:pt x="190500" y="117078"/>
                </a:cubicBezTo>
                <a:cubicBezTo>
                  <a:pt x="185043" y="117078"/>
                  <a:pt x="180578" y="112613"/>
                  <a:pt x="180578" y="107156"/>
                </a:cubicBezTo>
                <a:lnTo>
                  <a:pt x="180578" y="103188"/>
                </a:lnTo>
                <a:cubicBezTo>
                  <a:pt x="180578" y="95498"/>
                  <a:pt x="174377" y="89297"/>
                  <a:pt x="166688" y="89297"/>
                </a:cubicBezTo>
                <a:cubicBezTo>
                  <a:pt x="158998" y="89297"/>
                  <a:pt x="152797" y="95498"/>
                  <a:pt x="152797" y="103188"/>
                </a:cubicBezTo>
                <a:close/>
              </a:path>
            </a:pathLst>
          </a:custGeom>
          <a:solidFill>
            <a:srgbClr val="004080"/>
          </a:solidFill>
        </p:spPr>
      </p:sp>
      <p:sp>
        <p:nvSpPr>
          <p:cNvPr id="34" name="Text 7"/>
          <p:cNvSpPr/>
          <p:nvPr>
            <p:custDataLst>
              <p:tags r:id="rId10"/>
            </p:custDataLst>
          </p:nvPr>
        </p:nvSpPr>
        <p:spPr>
          <a:xfrm>
            <a:off x="8861372" y="3797935"/>
            <a:ext cx="1993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Mood Tracking</a:t>
            </a:r>
            <a:endParaRPr lang="en-US" sz="1600" dirty="0"/>
          </a:p>
        </p:txBody>
      </p:sp>
      <p:sp>
        <p:nvSpPr>
          <p:cNvPr id="35" name="Shape 8"/>
          <p:cNvSpPr/>
          <p:nvPr>
            <p:custDataLst>
              <p:tags r:id="rId11"/>
            </p:custDataLst>
          </p:nvPr>
        </p:nvSpPr>
        <p:spPr>
          <a:xfrm>
            <a:off x="8239125" y="2680335"/>
            <a:ext cx="3276600" cy="609600"/>
          </a:xfrm>
          <a:custGeom>
            <a:avLst/>
            <a:gdLst/>
            <a:ahLst/>
            <a:cxnLst/>
            <a:rect l="l" t="t" r="r" b="b"/>
            <a:pathLst>
              <a:path w="3276600" h="609600">
                <a:moveTo>
                  <a:pt x="101602" y="0"/>
                </a:moveTo>
                <a:lnTo>
                  <a:pt x="3174998" y="0"/>
                </a:lnTo>
                <a:cubicBezTo>
                  <a:pt x="3231111" y="0"/>
                  <a:pt x="3276600" y="45489"/>
                  <a:pt x="3276600" y="101602"/>
                </a:cubicBezTo>
                <a:lnTo>
                  <a:pt x="3276600" y="507998"/>
                </a:lnTo>
                <a:cubicBezTo>
                  <a:pt x="3276600" y="564111"/>
                  <a:pt x="3231111" y="609600"/>
                  <a:pt x="3174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A8D0F5"/>
          </a:solidFill>
        </p:spPr>
      </p:sp>
      <p:sp>
        <p:nvSpPr>
          <p:cNvPr id="36" name="Shape 9"/>
          <p:cNvSpPr/>
          <p:nvPr>
            <p:custDataLst>
              <p:tags r:id="rId12"/>
            </p:custDataLst>
          </p:nvPr>
        </p:nvSpPr>
        <p:spPr>
          <a:xfrm>
            <a:off x="8407400" y="2858135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225028" y="-7342"/>
                </a:moveTo>
                <a:cubicBezTo>
                  <a:pt x="227459" y="-6350"/>
                  <a:pt x="229245" y="-4167"/>
                  <a:pt x="229741" y="-1588"/>
                </a:cubicBezTo>
                <a:lnTo>
                  <a:pt x="238125" y="39688"/>
                </a:lnTo>
                <a:lnTo>
                  <a:pt x="279400" y="48022"/>
                </a:lnTo>
                <a:cubicBezTo>
                  <a:pt x="281980" y="48568"/>
                  <a:pt x="284113" y="50304"/>
                  <a:pt x="285155" y="52735"/>
                </a:cubicBezTo>
                <a:cubicBezTo>
                  <a:pt x="286196" y="55166"/>
                  <a:pt x="285899" y="57944"/>
                  <a:pt x="284460" y="60127"/>
                </a:cubicBezTo>
                <a:lnTo>
                  <a:pt x="261193" y="95200"/>
                </a:lnTo>
                <a:lnTo>
                  <a:pt x="284460" y="130274"/>
                </a:lnTo>
                <a:cubicBezTo>
                  <a:pt x="285899" y="132457"/>
                  <a:pt x="286196" y="135235"/>
                  <a:pt x="285155" y="137666"/>
                </a:cubicBezTo>
                <a:cubicBezTo>
                  <a:pt x="284113" y="140097"/>
                  <a:pt x="281980" y="141883"/>
                  <a:pt x="279400" y="142379"/>
                </a:cubicBezTo>
                <a:lnTo>
                  <a:pt x="248543" y="148679"/>
                </a:lnTo>
                <a:cubicBezTo>
                  <a:pt x="242639" y="144363"/>
                  <a:pt x="236091" y="140940"/>
                  <a:pt x="228997" y="138559"/>
                </a:cubicBezTo>
                <a:cubicBezTo>
                  <a:pt x="227757" y="132259"/>
                  <a:pt x="225623" y="126305"/>
                  <a:pt x="222696" y="120848"/>
                </a:cubicBezTo>
                <a:cubicBezTo>
                  <a:pt x="227409" y="113457"/>
                  <a:pt x="230188" y="104676"/>
                  <a:pt x="230188" y="95200"/>
                </a:cubicBezTo>
                <a:cubicBezTo>
                  <a:pt x="230188" y="68907"/>
                  <a:pt x="208855" y="47575"/>
                  <a:pt x="182563" y="47575"/>
                </a:cubicBezTo>
                <a:cubicBezTo>
                  <a:pt x="158800" y="47575"/>
                  <a:pt x="139105" y="64988"/>
                  <a:pt x="135533" y="87709"/>
                </a:cubicBezTo>
                <a:cubicBezTo>
                  <a:pt x="122386" y="77639"/>
                  <a:pt x="106015" y="71586"/>
                  <a:pt x="88205" y="71388"/>
                </a:cubicBezTo>
                <a:lnTo>
                  <a:pt x="80714" y="60127"/>
                </a:lnTo>
                <a:cubicBezTo>
                  <a:pt x="79276" y="57944"/>
                  <a:pt x="78978" y="55166"/>
                  <a:pt x="80020" y="52735"/>
                </a:cubicBezTo>
                <a:cubicBezTo>
                  <a:pt x="81062" y="50304"/>
                  <a:pt x="83195" y="48518"/>
                  <a:pt x="85775" y="48022"/>
                </a:cubicBezTo>
                <a:lnTo>
                  <a:pt x="127000" y="39688"/>
                </a:lnTo>
                <a:lnTo>
                  <a:pt x="135334" y="-1587"/>
                </a:lnTo>
                <a:cubicBezTo>
                  <a:pt x="135880" y="-4167"/>
                  <a:pt x="137616" y="-6300"/>
                  <a:pt x="140047" y="-7342"/>
                </a:cubicBezTo>
                <a:cubicBezTo>
                  <a:pt x="142478" y="-8384"/>
                  <a:pt x="145256" y="-8086"/>
                  <a:pt x="147439" y="-6648"/>
                </a:cubicBezTo>
                <a:lnTo>
                  <a:pt x="182563" y="16669"/>
                </a:lnTo>
                <a:lnTo>
                  <a:pt x="217636" y="-6598"/>
                </a:lnTo>
                <a:cubicBezTo>
                  <a:pt x="219819" y="-8037"/>
                  <a:pt x="222597" y="-8334"/>
                  <a:pt x="225028" y="-7293"/>
                </a:cubicBezTo>
                <a:close/>
                <a:moveTo>
                  <a:pt x="206375" y="95250"/>
                </a:moveTo>
                <a:cubicBezTo>
                  <a:pt x="206375" y="97135"/>
                  <a:pt x="206177" y="98971"/>
                  <a:pt x="205730" y="100757"/>
                </a:cubicBezTo>
                <a:cubicBezTo>
                  <a:pt x="194965" y="92323"/>
                  <a:pt x="181421" y="87313"/>
                  <a:pt x="166688" y="87313"/>
                </a:cubicBezTo>
                <a:cubicBezTo>
                  <a:pt x="164405" y="87313"/>
                  <a:pt x="162173" y="87412"/>
                  <a:pt x="159990" y="87660"/>
                </a:cubicBezTo>
                <a:cubicBezTo>
                  <a:pt x="163165" y="78234"/>
                  <a:pt x="172095" y="71438"/>
                  <a:pt x="182563" y="71438"/>
                </a:cubicBezTo>
                <a:cubicBezTo>
                  <a:pt x="195709" y="71438"/>
                  <a:pt x="206375" y="82104"/>
                  <a:pt x="206375" y="95250"/>
                </a:cubicBezTo>
                <a:close/>
                <a:moveTo>
                  <a:pt x="47625" y="254000"/>
                </a:moveTo>
                <a:cubicBezTo>
                  <a:pt x="21332" y="254000"/>
                  <a:pt x="0" y="232668"/>
                  <a:pt x="0" y="206375"/>
                </a:cubicBezTo>
                <a:cubicBezTo>
                  <a:pt x="0" y="185291"/>
                  <a:pt x="13692" y="167382"/>
                  <a:pt x="32693" y="161131"/>
                </a:cubicBezTo>
                <a:cubicBezTo>
                  <a:pt x="32048" y="157807"/>
                  <a:pt x="31750" y="154335"/>
                  <a:pt x="31750" y="150813"/>
                </a:cubicBezTo>
                <a:cubicBezTo>
                  <a:pt x="31750" y="120104"/>
                  <a:pt x="56604" y="95250"/>
                  <a:pt x="87313" y="95250"/>
                </a:cubicBezTo>
                <a:cubicBezTo>
                  <a:pt x="108694" y="95250"/>
                  <a:pt x="127248" y="107305"/>
                  <a:pt x="136525" y="125016"/>
                </a:cubicBezTo>
                <a:cubicBezTo>
                  <a:pt x="143818" y="116532"/>
                  <a:pt x="154632" y="111125"/>
                  <a:pt x="166688" y="111125"/>
                </a:cubicBezTo>
                <a:cubicBezTo>
                  <a:pt x="188615" y="111125"/>
                  <a:pt x="206375" y="128885"/>
                  <a:pt x="206375" y="150813"/>
                </a:cubicBezTo>
                <a:cubicBezTo>
                  <a:pt x="206375" y="153541"/>
                  <a:pt x="206077" y="156170"/>
                  <a:pt x="205581" y="158750"/>
                </a:cubicBezTo>
                <a:cubicBezTo>
                  <a:pt x="205829" y="158750"/>
                  <a:pt x="206127" y="158750"/>
                  <a:pt x="206375" y="158750"/>
                </a:cubicBezTo>
                <a:cubicBezTo>
                  <a:pt x="232668" y="158750"/>
                  <a:pt x="254000" y="180082"/>
                  <a:pt x="254000" y="206375"/>
                </a:cubicBezTo>
                <a:cubicBezTo>
                  <a:pt x="254000" y="232668"/>
                  <a:pt x="232668" y="254000"/>
                  <a:pt x="206375" y="254000"/>
                </a:cubicBezTo>
                <a:lnTo>
                  <a:pt x="47625" y="254000"/>
                </a:lnTo>
                <a:close/>
              </a:path>
            </a:pathLst>
          </a:custGeom>
          <a:solidFill>
            <a:srgbClr val="004080"/>
          </a:solidFill>
        </p:spPr>
      </p:sp>
      <p:sp>
        <p:nvSpPr>
          <p:cNvPr id="37" name="Text 10"/>
          <p:cNvSpPr/>
          <p:nvPr>
            <p:custDataLst>
              <p:tags r:id="rId13"/>
            </p:custDataLst>
          </p:nvPr>
        </p:nvSpPr>
        <p:spPr>
          <a:xfrm>
            <a:off x="8861425" y="2832735"/>
            <a:ext cx="1803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Weather Info</a:t>
            </a:r>
            <a:endParaRPr lang="en-US" sz="1600" dirty="0"/>
          </a:p>
        </p:txBody>
      </p:sp>
      <p:sp>
        <p:nvSpPr>
          <p:cNvPr id="38" name="Shape 11"/>
          <p:cNvSpPr/>
          <p:nvPr>
            <p:custDataLst>
              <p:tags r:id="rId14"/>
            </p:custDataLst>
          </p:nvPr>
        </p:nvSpPr>
        <p:spPr>
          <a:xfrm>
            <a:off x="8239072" y="4458335"/>
            <a:ext cx="3276600" cy="609600"/>
          </a:xfrm>
          <a:custGeom>
            <a:avLst/>
            <a:gdLst/>
            <a:ahLst/>
            <a:cxnLst/>
            <a:rect l="l" t="t" r="r" b="b"/>
            <a:pathLst>
              <a:path w="3276600" h="609600">
                <a:moveTo>
                  <a:pt x="101602" y="0"/>
                </a:moveTo>
                <a:lnTo>
                  <a:pt x="3174998" y="0"/>
                </a:lnTo>
                <a:cubicBezTo>
                  <a:pt x="3231111" y="0"/>
                  <a:pt x="3276600" y="45489"/>
                  <a:pt x="3276600" y="101602"/>
                </a:cubicBezTo>
                <a:lnTo>
                  <a:pt x="3276600" y="507998"/>
                </a:lnTo>
                <a:cubicBezTo>
                  <a:pt x="3276600" y="564111"/>
                  <a:pt x="3231111" y="609600"/>
                  <a:pt x="3174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A8D0F5"/>
          </a:solidFill>
        </p:spPr>
      </p:sp>
      <p:sp>
        <p:nvSpPr>
          <p:cNvPr id="39" name="Shape 12"/>
          <p:cNvSpPr/>
          <p:nvPr>
            <p:custDataLst>
              <p:tags r:id="rId15"/>
            </p:custDataLst>
          </p:nvPr>
        </p:nvSpPr>
        <p:spPr>
          <a:xfrm>
            <a:off x="8454972" y="4636135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0" y="93563"/>
                </a:moveTo>
                <a:cubicBezTo>
                  <a:pt x="0" y="41870"/>
                  <a:pt x="42664" y="0"/>
                  <a:pt x="95250" y="0"/>
                </a:cubicBezTo>
                <a:cubicBezTo>
                  <a:pt x="147836" y="0"/>
                  <a:pt x="190500" y="41870"/>
                  <a:pt x="190500" y="93563"/>
                </a:cubicBezTo>
                <a:cubicBezTo>
                  <a:pt x="190500" y="152747"/>
                  <a:pt x="130870" y="223689"/>
                  <a:pt x="105966" y="250726"/>
                </a:cubicBezTo>
                <a:cubicBezTo>
                  <a:pt x="100112" y="257076"/>
                  <a:pt x="90339" y="257076"/>
                  <a:pt x="84485" y="250726"/>
                </a:cubicBezTo>
                <a:cubicBezTo>
                  <a:pt x="59581" y="223689"/>
                  <a:pt x="-50" y="152747"/>
                  <a:pt x="-50" y="93563"/>
                </a:cubicBezTo>
                <a:close/>
                <a:moveTo>
                  <a:pt x="95250" y="127000"/>
                </a:moveTo>
                <a:cubicBezTo>
                  <a:pt x="112773" y="127000"/>
                  <a:pt x="127000" y="112773"/>
                  <a:pt x="127000" y="95250"/>
                </a:cubicBezTo>
                <a:cubicBezTo>
                  <a:pt x="127000" y="77727"/>
                  <a:pt x="112773" y="63500"/>
                  <a:pt x="95250" y="63500"/>
                </a:cubicBezTo>
                <a:cubicBezTo>
                  <a:pt x="77727" y="63500"/>
                  <a:pt x="63500" y="77727"/>
                  <a:pt x="63500" y="95250"/>
                </a:cubicBezTo>
                <a:cubicBezTo>
                  <a:pt x="63500" y="112773"/>
                  <a:pt x="77727" y="127000"/>
                  <a:pt x="95250" y="127000"/>
                </a:cubicBezTo>
                <a:close/>
              </a:path>
            </a:pathLst>
          </a:custGeom>
          <a:solidFill>
            <a:srgbClr val="004080"/>
          </a:solidFill>
        </p:spPr>
      </p:sp>
      <p:sp>
        <p:nvSpPr>
          <p:cNvPr id="40" name="Text 13"/>
          <p:cNvSpPr/>
          <p:nvPr>
            <p:custDataLst>
              <p:tags r:id="rId16"/>
            </p:custDataLst>
          </p:nvPr>
        </p:nvSpPr>
        <p:spPr>
          <a:xfrm>
            <a:off x="8861372" y="4610735"/>
            <a:ext cx="1905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Location Tags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2-d2v63jlnfo2stf9dk4r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" y="429895"/>
            <a:ext cx="579755" cy="65214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8-12:55:41-d2v63jdnfo2stf9dk4q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44260"/>
            <a:ext cx="12192635" cy="7137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-103505" y="696595"/>
            <a:ext cx="1219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0040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Add Itinerary &amp; Places</a:t>
            </a:r>
            <a:endParaRPr lang="en-US" sz="1600" dirty="0"/>
          </a:p>
        </p:txBody>
      </p:sp>
      <p:sp>
        <p:nvSpPr>
          <p:cNvPr id="6" name="Shape 2"/>
          <p:cNvSpPr/>
          <p:nvPr>
            <p:custDataLst>
              <p:tags r:id="rId3"/>
            </p:custDataLst>
          </p:nvPr>
        </p:nvSpPr>
        <p:spPr>
          <a:xfrm>
            <a:off x="254000" y="2438400"/>
            <a:ext cx="3759200" cy="3556000"/>
          </a:xfrm>
          <a:custGeom>
            <a:avLst/>
            <a:gdLst/>
            <a:ahLst/>
            <a:cxnLst/>
            <a:rect l="l" t="t" r="r" b="b"/>
            <a:pathLst>
              <a:path w="3759200" h="3556000">
                <a:moveTo>
                  <a:pt x="152410" y="0"/>
                </a:moveTo>
                <a:lnTo>
                  <a:pt x="3606790" y="0"/>
                </a:lnTo>
                <a:cubicBezTo>
                  <a:pt x="3690964" y="0"/>
                  <a:pt x="3759200" y="68236"/>
                  <a:pt x="3759200" y="152410"/>
                </a:cubicBezTo>
                <a:lnTo>
                  <a:pt x="3759200" y="3403590"/>
                </a:lnTo>
                <a:cubicBezTo>
                  <a:pt x="3759200" y="3487764"/>
                  <a:pt x="3690964" y="3556000"/>
                  <a:pt x="3606790" y="3556000"/>
                </a:cubicBezTo>
                <a:lnTo>
                  <a:pt x="152410" y="3556000"/>
                </a:lnTo>
                <a:cubicBezTo>
                  <a:pt x="68236" y="3556000"/>
                  <a:pt x="0" y="3487764"/>
                  <a:pt x="0" y="3403590"/>
                </a:cubicBezTo>
                <a:lnTo>
                  <a:pt x="0" y="152410"/>
                </a:lnTo>
                <a:cubicBezTo>
                  <a:pt x="0" y="68293"/>
                  <a:pt x="68293" y="0"/>
                  <a:pt x="152410" y="0"/>
                </a:cubicBezTo>
                <a:close/>
              </a:path>
            </a:pathLst>
          </a:custGeom>
          <a:solidFill>
            <a:srgbClr val="A8D0F5"/>
          </a:solidFill>
        </p:spPr>
      </p:sp>
      <p:sp>
        <p:nvSpPr>
          <p:cNvPr id="7" name="Shape 3"/>
          <p:cNvSpPr/>
          <p:nvPr>
            <p:custDataLst>
              <p:tags r:id="rId4"/>
            </p:custDataLst>
          </p:nvPr>
        </p:nvSpPr>
        <p:spPr>
          <a:xfrm>
            <a:off x="1869414" y="3327400"/>
            <a:ext cx="533400" cy="609600"/>
          </a:xfrm>
          <a:custGeom>
            <a:avLst/>
            <a:gdLst/>
            <a:ahLst/>
            <a:cxnLst/>
            <a:rect l="l" t="t" r="r" b="b"/>
            <a:pathLst>
              <a:path w="533400" h="609600">
                <a:moveTo>
                  <a:pt x="152400" y="0"/>
                </a:moveTo>
                <a:cubicBezTo>
                  <a:pt x="173474" y="0"/>
                  <a:pt x="190500" y="17026"/>
                  <a:pt x="190500" y="38100"/>
                </a:cubicBezTo>
                <a:lnTo>
                  <a:pt x="190500" y="76200"/>
                </a:lnTo>
                <a:lnTo>
                  <a:pt x="342900" y="76200"/>
                </a:lnTo>
                <a:lnTo>
                  <a:pt x="342900" y="38100"/>
                </a:lnTo>
                <a:cubicBezTo>
                  <a:pt x="342900" y="17026"/>
                  <a:pt x="359926" y="0"/>
                  <a:pt x="381000" y="0"/>
                </a:cubicBezTo>
                <a:cubicBezTo>
                  <a:pt x="402074" y="0"/>
                  <a:pt x="419100" y="17026"/>
                  <a:pt x="419100" y="38100"/>
                </a:cubicBezTo>
                <a:lnTo>
                  <a:pt x="419100" y="76200"/>
                </a:lnTo>
                <a:lnTo>
                  <a:pt x="457200" y="76200"/>
                </a:lnTo>
                <a:cubicBezTo>
                  <a:pt x="499229" y="76200"/>
                  <a:pt x="533400" y="110371"/>
                  <a:pt x="533400" y="152400"/>
                </a:cubicBezTo>
                <a:lnTo>
                  <a:pt x="533400" y="495300"/>
                </a:lnTo>
                <a:cubicBezTo>
                  <a:pt x="533400" y="537329"/>
                  <a:pt x="499229" y="571500"/>
                  <a:pt x="457200" y="571500"/>
                </a:cubicBezTo>
                <a:lnTo>
                  <a:pt x="76200" y="571500"/>
                </a:lnTo>
                <a:cubicBezTo>
                  <a:pt x="34171" y="571500"/>
                  <a:pt x="0" y="537329"/>
                  <a:pt x="0" y="495300"/>
                </a:cubicBezTo>
                <a:lnTo>
                  <a:pt x="0" y="152400"/>
                </a:lnTo>
                <a:cubicBezTo>
                  <a:pt x="0" y="110371"/>
                  <a:pt x="34171" y="76200"/>
                  <a:pt x="76200" y="76200"/>
                </a:cubicBezTo>
                <a:lnTo>
                  <a:pt x="114300" y="76200"/>
                </a:lnTo>
                <a:lnTo>
                  <a:pt x="114300" y="38100"/>
                </a:lnTo>
                <a:cubicBezTo>
                  <a:pt x="114300" y="17026"/>
                  <a:pt x="131326" y="0"/>
                  <a:pt x="152400" y="0"/>
                </a:cubicBezTo>
                <a:close/>
                <a:moveTo>
                  <a:pt x="76200" y="285750"/>
                </a:moveTo>
                <a:lnTo>
                  <a:pt x="76200" y="323850"/>
                </a:lnTo>
                <a:cubicBezTo>
                  <a:pt x="76200" y="334328"/>
                  <a:pt x="84773" y="342900"/>
                  <a:pt x="95250" y="342900"/>
                </a:cubicBezTo>
                <a:lnTo>
                  <a:pt x="133350" y="342900"/>
                </a:lnTo>
                <a:cubicBezTo>
                  <a:pt x="143828" y="342900"/>
                  <a:pt x="152400" y="334328"/>
                  <a:pt x="152400" y="323850"/>
                </a:cubicBezTo>
                <a:lnTo>
                  <a:pt x="152400" y="285750"/>
                </a:lnTo>
                <a:cubicBezTo>
                  <a:pt x="152400" y="275273"/>
                  <a:pt x="143828" y="266700"/>
                  <a:pt x="133350" y="266700"/>
                </a:cubicBezTo>
                <a:lnTo>
                  <a:pt x="95250" y="266700"/>
                </a:lnTo>
                <a:cubicBezTo>
                  <a:pt x="84773" y="266700"/>
                  <a:pt x="76200" y="275273"/>
                  <a:pt x="76200" y="285750"/>
                </a:cubicBezTo>
                <a:close/>
                <a:moveTo>
                  <a:pt x="228600" y="285750"/>
                </a:moveTo>
                <a:lnTo>
                  <a:pt x="228600" y="323850"/>
                </a:lnTo>
                <a:cubicBezTo>
                  <a:pt x="228600" y="334328"/>
                  <a:pt x="237173" y="342900"/>
                  <a:pt x="247650" y="342900"/>
                </a:cubicBezTo>
                <a:lnTo>
                  <a:pt x="285750" y="342900"/>
                </a:lnTo>
                <a:cubicBezTo>
                  <a:pt x="296228" y="342900"/>
                  <a:pt x="304800" y="334328"/>
                  <a:pt x="304800" y="323850"/>
                </a:cubicBezTo>
                <a:lnTo>
                  <a:pt x="304800" y="285750"/>
                </a:lnTo>
                <a:cubicBezTo>
                  <a:pt x="304800" y="275273"/>
                  <a:pt x="296228" y="266700"/>
                  <a:pt x="285750" y="266700"/>
                </a:cubicBezTo>
                <a:lnTo>
                  <a:pt x="247650" y="266700"/>
                </a:lnTo>
                <a:cubicBezTo>
                  <a:pt x="237173" y="266700"/>
                  <a:pt x="228600" y="275273"/>
                  <a:pt x="228600" y="285750"/>
                </a:cubicBezTo>
                <a:close/>
                <a:moveTo>
                  <a:pt x="400050" y="266700"/>
                </a:moveTo>
                <a:cubicBezTo>
                  <a:pt x="389573" y="266700"/>
                  <a:pt x="381000" y="275273"/>
                  <a:pt x="381000" y="285750"/>
                </a:cubicBezTo>
                <a:lnTo>
                  <a:pt x="381000" y="323850"/>
                </a:lnTo>
                <a:cubicBezTo>
                  <a:pt x="381000" y="334328"/>
                  <a:pt x="389573" y="342900"/>
                  <a:pt x="400050" y="342900"/>
                </a:cubicBezTo>
                <a:lnTo>
                  <a:pt x="438150" y="342900"/>
                </a:lnTo>
                <a:cubicBezTo>
                  <a:pt x="448628" y="342900"/>
                  <a:pt x="457200" y="334328"/>
                  <a:pt x="457200" y="323850"/>
                </a:cubicBezTo>
                <a:lnTo>
                  <a:pt x="457200" y="285750"/>
                </a:lnTo>
                <a:cubicBezTo>
                  <a:pt x="457200" y="275273"/>
                  <a:pt x="448628" y="266700"/>
                  <a:pt x="438150" y="266700"/>
                </a:cubicBezTo>
                <a:lnTo>
                  <a:pt x="400050" y="266700"/>
                </a:lnTo>
                <a:close/>
                <a:moveTo>
                  <a:pt x="76200" y="438150"/>
                </a:moveTo>
                <a:lnTo>
                  <a:pt x="76200" y="476250"/>
                </a:lnTo>
                <a:cubicBezTo>
                  <a:pt x="76200" y="486728"/>
                  <a:pt x="84773" y="495300"/>
                  <a:pt x="95250" y="495300"/>
                </a:cubicBezTo>
                <a:lnTo>
                  <a:pt x="133350" y="495300"/>
                </a:lnTo>
                <a:cubicBezTo>
                  <a:pt x="143828" y="495300"/>
                  <a:pt x="152400" y="486728"/>
                  <a:pt x="152400" y="476250"/>
                </a:cubicBezTo>
                <a:lnTo>
                  <a:pt x="152400" y="438150"/>
                </a:lnTo>
                <a:cubicBezTo>
                  <a:pt x="152400" y="427673"/>
                  <a:pt x="143828" y="419100"/>
                  <a:pt x="133350" y="419100"/>
                </a:cubicBezTo>
                <a:lnTo>
                  <a:pt x="95250" y="419100"/>
                </a:lnTo>
                <a:cubicBezTo>
                  <a:pt x="84773" y="419100"/>
                  <a:pt x="76200" y="427673"/>
                  <a:pt x="76200" y="438150"/>
                </a:cubicBezTo>
                <a:close/>
                <a:moveTo>
                  <a:pt x="247650" y="419100"/>
                </a:moveTo>
                <a:cubicBezTo>
                  <a:pt x="237173" y="419100"/>
                  <a:pt x="228600" y="427673"/>
                  <a:pt x="228600" y="438150"/>
                </a:cubicBezTo>
                <a:lnTo>
                  <a:pt x="228600" y="476250"/>
                </a:lnTo>
                <a:cubicBezTo>
                  <a:pt x="228600" y="486728"/>
                  <a:pt x="237173" y="495300"/>
                  <a:pt x="247650" y="495300"/>
                </a:cubicBezTo>
                <a:lnTo>
                  <a:pt x="285750" y="495300"/>
                </a:lnTo>
                <a:cubicBezTo>
                  <a:pt x="296228" y="495300"/>
                  <a:pt x="304800" y="486728"/>
                  <a:pt x="304800" y="476250"/>
                </a:cubicBezTo>
                <a:lnTo>
                  <a:pt x="304800" y="438150"/>
                </a:lnTo>
                <a:cubicBezTo>
                  <a:pt x="304800" y="427673"/>
                  <a:pt x="296228" y="419100"/>
                  <a:pt x="285750" y="419100"/>
                </a:cubicBezTo>
                <a:lnTo>
                  <a:pt x="247650" y="419100"/>
                </a:lnTo>
                <a:close/>
                <a:moveTo>
                  <a:pt x="381000" y="438150"/>
                </a:moveTo>
                <a:lnTo>
                  <a:pt x="381000" y="476250"/>
                </a:lnTo>
                <a:cubicBezTo>
                  <a:pt x="381000" y="486728"/>
                  <a:pt x="389573" y="495300"/>
                  <a:pt x="400050" y="495300"/>
                </a:cubicBezTo>
                <a:lnTo>
                  <a:pt x="438150" y="495300"/>
                </a:lnTo>
                <a:cubicBezTo>
                  <a:pt x="448628" y="495300"/>
                  <a:pt x="457200" y="486728"/>
                  <a:pt x="457200" y="476250"/>
                </a:cubicBezTo>
                <a:lnTo>
                  <a:pt x="457200" y="438150"/>
                </a:lnTo>
                <a:cubicBezTo>
                  <a:pt x="457200" y="427673"/>
                  <a:pt x="448628" y="419100"/>
                  <a:pt x="438150" y="419100"/>
                </a:cubicBezTo>
                <a:lnTo>
                  <a:pt x="400050" y="419100"/>
                </a:lnTo>
                <a:cubicBezTo>
                  <a:pt x="389573" y="419100"/>
                  <a:pt x="381000" y="427673"/>
                  <a:pt x="381000" y="438150"/>
                </a:cubicBezTo>
                <a:close/>
              </a:path>
            </a:pathLst>
          </a:custGeom>
          <a:solidFill>
            <a:srgbClr val="004080"/>
          </a:solidFill>
        </p:spPr>
      </p:sp>
      <p:sp>
        <p:nvSpPr>
          <p:cNvPr id="8" name="Text 4"/>
          <p:cNvSpPr/>
          <p:nvPr>
            <p:custDataLst>
              <p:tags r:id="rId5"/>
            </p:custDataLst>
          </p:nvPr>
        </p:nvSpPr>
        <p:spPr>
          <a:xfrm>
            <a:off x="798248" y="4140200"/>
            <a:ext cx="26797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00408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Plan Daily Itinerary</a:t>
            </a:r>
            <a:endParaRPr lang="en-US" sz="1600" dirty="0"/>
          </a:p>
        </p:txBody>
      </p:sp>
      <p:sp>
        <p:nvSpPr>
          <p:cNvPr id="9" name="Text 5"/>
          <p:cNvSpPr/>
          <p:nvPr>
            <p:custDataLst>
              <p:tags r:id="rId6"/>
            </p:custDataLst>
          </p:nvPr>
        </p:nvSpPr>
        <p:spPr>
          <a:xfrm>
            <a:off x="457200" y="4597400"/>
            <a:ext cx="33528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Organize activities for each day of your trip, creating a clear schedule.</a:t>
            </a:r>
            <a:endParaRPr lang="en-US" sz="1600" dirty="0"/>
          </a:p>
        </p:txBody>
      </p:sp>
      <p:sp>
        <p:nvSpPr>
          <p:cNvPr id="11" name="Shape 6"/>
          <p:cNvSpPr/>
          <p:nvPr>
            <p:custDataLst>
              <p:tags r:id="rId7"/>
            </p:custDataLst>
          </p:nvPr>
        </p:nvSpPr>
        <p:spPr>
          <a:xfrm>
            <a:off x="8173641" y="2438400"/>
            <a:ext cx="3759200" cy="3556000"/>
          </a:xfrm>
          <a:custGeom>
            <a:avLst/>
            <a:gdLst/>
            <a:ahLst/>
            <a:cxnLst/>
            <a:rect l="l" t="t" r="r" b="b"/>
            <a:pathLst>
              <a:path w="3759200" h="3556000">
                <a:moveTo>
                  <a:pt x="152410" y="0"/>
                </a:moveTo>
                <a:lnTo>
                  <a:pt x="3606790" y="0"/>
                </a:lnTo>
                <a:cubicBezTo>
                  <a:pt x="3690964" y="0"/>
                  <a:pt x="3759200" y="68236"/>
                  <a:pt x="3759200" y="152410"/>
                </a:cubicBezTo>
                <a:lnTo>
                  <a:pt x="3759200" y="3403590"/>
                </a:lnTo>
                <a:cubicBezTo>
                  <a:pt x="3759200" y="3487764"/>
                  <a:pt x="3690964" y="3556000"/>
                  <a:pt x="3606790" y="3556000"/>
                </a:cubicBezTo>
                <a:lnTo>
                  <a:pt x="152410" y="3556000"/>
                </a:lnTo>
                <a:cubicBezTo>
                  <a:pt x="68236" y="3556000"/>
                  <a:pt x="0" y="3487764"/>
                  <a:pt x="0" y="3403590"/>
                </a:cubicBezTo>
                <a:lnTo>
                  <a:pt x="0" y="152410"/>
                </a:lnTo>
                <a:cubicBezTo>
                  <a:pt x="0" y="68293"/>
                  <a:pt x="68293" y="0"/>
                  <a:pt x="152410" y="0"/>
                </a:cubicBezTo>
                <a:close/>
              </a:path>
            </a:pathLst>
          </a:custGeom>
          <a:solidFill>
            <a:srgbClr val="A8D0F5"/>
          </a:solidFill>
        </p:spPr>
      </p:sp>
      <p:sp>
        <p:nvSpPr>
          <p:cNvPr id="12" name="Shape 7"/>
          <p:cNvSpPr/>
          <p:nvPr>
            <p:custDataLst>
              <p:tags r:id="rId8"/>
            </p:custDataLst>
          </p:nvPr>
        </p:nvSpPr>
        <p:spPr>
          <a:xfrm>
            <a:off x="9865254" y="3200400"/>
            <a:ext cx="381000" cy="609600"/>
          </a:xfrm>
          <a:custGeom>
            <a:avLst/>
            <a:gdLst/>
            <a:ahLst/>
            <a:cxnLst/>
            <a:rect l="l" t="t" r="r" b="b"/>
            <a:pathLst>
              <a:path w="381000" h="609600">
                <a:moveTo>
                  <a:pt x="228600" y="338614"/>
                </a:moveTo>
                <a:cubicBezTo>
                  <a:pt x="304919" y="321350"/>
                  <a:pt x="361950" y="253008"/>
                  <a:pt x="361950" y="171450"/>
                </a:cubicBezTo>
                <a:cubicBezTo>
                  <a:pt x="361950" y="76795"/>
                  <a:pt x="285155" y="0"/>
                  <a:pt x="190500" y="0"/>
                </a:cubicBezTo>
                <a:cubicBezTo>
                  <a:pt x="95845" y="0"/>
                  <a:pt x="19050" y="76795"/>
                  <a:pt x="19050" y="171450"/>
                </a:cubicBezTo>
                <a:cubicBezTo>
                  <a:pt x="19050" y="253008"/>
                  <a:pt x="76081" y="321350"/>
                  <a:pt x="152400" y="338614"/>
                </a:cubicBezTo>
                <a:lnTo>
                  <a:pt x="152400" y="571500"/>
                </a:lnTo>
                <a:cubicBezTo>
                  <a:pt x="152400" y="592574"/>
                  <a:pt x="169426" y="609600"/>
                  <a:pt x="190500" y="609600"/>
                </a:cubicBezTo>
                <a:cubicBezTo>
                  <a:pt x="211574" y="609600"/>
                  <a:pt x="228600" y="592574"/>
                  <a:pt x="228600" y="571500"/>
                </a:cubicBezTo>
                <a:lnTo>
                  <a:pt x="228600" y="338614"/>
                </a:lnTo>
                <a:close/>
                <a:moveTo>
                  <a:pt x="200025" y="114300"/>
                </a:moveTo>
                <a:cubicBezTo>
                  <a:pt x="163235" y="114300"/>
                  <a:pt x="133350" y="144185"/>
                  <a:pt x="133350" y="180975"/>
                </a:cubicBezTo>
                <a:cubicBezTo>
                  <a:pt x="133350" y="196810"/>
                  <a:pt x="120610" y="209550"/>
                  <a:pt x="104775" y="209550"/>
                </a:cubicBezTo>
                <a:cubicBezTo>
                  <a:pt x="88940" y="209550"/>
                  <a:pt x="76200" y="196810"/>
                  <a:pt x="76200" y="180975"/>
                </a:cubicBezTo>
                <a:cubicBezTo>
                  <a:pt x="76200" y="112633"/>
                  <a:pt x="131683" y="57150"/>
                  <a:pt x="200025" y="57150"/>
                </a:cubicBezTo>
                <a:cubicBezTo>
                  <a:pt x="215860" y="57150"/>
                  <a:pt x="228600" y="69890"/>
                  <a:pt x="228600" y="85725"/>
                </a:cubicBezTo>
                <a:cubicBezTo>
                  <a:pt x="228600" y="101560"/>
                  <a:pt x="215860" y="114300"/>
                  <a:pt x="200025" y="114300"/>
                </a:cubicBezTo>
                <a:close/>
              </a:path>
            </a:pathLst>
          </a:custGeom>
          <a:solidFill>
            <a:srgbClr val="004080"/>
          </a:solidFill>
        </p:spPr>
      </p:sp>
      <p:sp>
        <p:nvSpPr>
          <p:cNvPr id="13" name="Text 8"/>
          <p:cNvSpPr/>
          <p:nvPr>
            <p:custDataLst>
              <p:tags r:id="rId9"/>
            </p:custDataLst>
          </p:nvPr>
        </p:nvSpPr>
        <p:spPr>
          <a:xfrm>
            <a:off x="8793163" y="4013200"/>
            <a:ext cx="25273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00408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Pin Places on Map</a:t>
            </a:r>
            <a:endParaRPr lang="en-US" sz="1600" dirty="0"/>
          </a:p>
        </p:txBody>
      </p:sp>
      <p:sp>
        <p:nvSpPr>
          <p:cNvPr id="14" name="Text 9"/>
          <p:cNvSpPr/>
          <p:nvPr>
            <p:custDataLst>
              <p:tags r:id="rId10"/>
            </p:custDataLst>
          </p:nvPr>
        </p:nvSpPr>
        <p:spPr>
          <a:xfrm>
            <a:off x="8376841" y="4470400"/>
            <a:ext cx="33528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Use the integrated map to search for locations, plan routes, and pin attractions.</a:t>
            </a:r>
            <a:endParaRPr lang="en-US" sz="1600" dirty="0"/>
          </a:p>
        </p:txBody>
      </p:sp>
      <p:pic>
        <p:nvPicPr>
          <p:cNvPr id="15" name="图片 14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4746625" y="1938655"/>
            <a:ext cx="2491105" cy="405574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rgbClr val="F3F4F6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2-d2v63jlnfo2stf9dk4r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" y="429895"/>
            <a:ext cx="579755" cy="65214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8-12:55:41-d2v63jdnfo2stf9dk4q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44260"/>
            <a:ext cx="12192635" cy="71374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171414" y="254000"/>
            <a:ext cx="72771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0040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Log Expenses &amp; View Stats</a:t>
            </a:r>
            <a:endParaRPr lang="en-US" sz="1600" dirty="0"/>
          </a:p>
        </p:txBody>
      </p:sp>
      <p:sp>
        <p:nvSpPr>
          <p:cNvPr id="7" name="Shape 2"/>
          <p:cNvSpPr/>
          <p:nvPr/>
        </p:nvSpPr>
        <p:spPr>
          <a:xfrm>
            <a:off x="5171414" y="2133600"/>
            <a:ext cx="6769100" cy="914400"/>
          </a:xfrm>
          <a:custGeom>
            <a:avLst/>
            <a:gdLst/>
            <a:ahLst/>
            <a:cxnLst/>
            <a:rect l="l" t="t" r="r" b="b"/>
            <a:pathLst>
              <a:path w="6769100" h="914400">
                <a:moveTo>
                  <a:pt x="101599" y="0"/>
                </a:moveTo>
                <a:lnTo>
                  <a:pt x="6667501" y="0"/>
                </a:lnTo>
                <a:cubicBezTo>
                  <a:pt x="6723613" y="0"/>
                  <a:pt x="6769100" y="45487"/>
                  <a:pt x="6769100" y="101599"/>
                </a:cubicBezTo>
                <a:lnTo>
                  <a:pt x="6769100" y="812801"/>
                </a:lnTo>
                <a:cubicBezTo>
                  <a:pt x="6769100" y="868913"/>
                  <a:pt x="6723613" y="914400"/>
                  <a:pt x="66675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A8D0F5"/>
          </a:solidFill>
        </p:spPr>
      </p:sp>
      <p:sp>
        <p:nvSpPr>
          <p:cNvPr id="8" name="Shape 3"/>
          <p:cNvSpPr/>
          <p:nvPr/>
        </p:nvSpPr>
        <p:spPr>
          <a:xfrm>
            <a:off x="5411788" y="24384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3812" y="71438"/>
                </a:moveTo>
                <a:cubicBezTo>
                  <a:pt x="36955" y="71438"/>
                  <a:pt x="47625" y="60767"/>
                  <a:pt x="47625" y="47625"/>
                </a:cubicBezTo>
                <a:cubicBezTo>
                  <a:pt x="47625" y="34483"/>
                  <a:pt x="36955" y="23812"/>
                  <a:pt x="23812" y="23812"/>
                </a:cubicBezTo>
                <a:cubicBezTo>
                  <a:pt x="10670" y="23812"/>
                  <a:pt x="0" y="34483"/>
                  <a:pt x="0" y="47625"/>
                </a:cubicBezTo>
                <a:cubicBezTo>
                  <a:pt x="0" y="60767"/>
                  <a:pt x="10670" y="71438"/>
                  <a:pt x="23812" y="71438"/>
                </a:cubicBezTo>
                <a:close/>
                <a:moveTo>
                  <a:pt x="95250" y="31750"/>
                </a:moveTo>
                <a:cubicBezTo>
                  <a:pt x="86469" y="31750"/>
                  <a:pt x="79375" y="38844"/>
                  <a:pt x="79375" y="47625"/>
                </a:cubicBezTo>
                <a:cubicBezTo>
                  <a:pt x="79375" y="56406"/>
                  <a:pt x="86469" y="63500"/>
                  <a:pt x="95250" y="63500"/>
                </a:cubicBezTo>
                <a:lnTo>
                  <a:pt x="238125" y="63500"/>
                </a:lnTo>
                <a:cubicBezTo>
                  <a:pt x="246906" y="63500"/>
                  <a:pt x="254000" y="56406"/>
                  <a:pt x="254000" y="47625"/>
                </a:cubicBezTo>
                <a:cubicBezTo>
                  <a:pt x="254000" y="38844"/>
                  <a:pt x="246906" y="31750"/>
                  <a:pt x="238125" y="31750"/>
                </a:cubicBezTo>
                <a:lnTo>
                  <a:pt x="95250" y="31750"/>
                </a:lnTo>
                <a:close/>
                <a:moveTo>
                  <a:pt x="95250" y="111125"/>
                </a:moveTo>
                <a:cubicBezTo>
                  <a:pt x="86469" y="111125"/>
                  <a:pt x="79375" y="118219"/>
                  <a:pt x="79375" y="127000"/>
                </a:cubicBezTo>
                <a:cubicBezTo>
                  <a:pt x="79375" y="135781"/>
                  <a:pt x="86469" y="142875"/>
                  <a:pt x="95250" y="142875"/>
                </a:cubicBezTo>
                <a:lnTo>
                  <a:pt x="238125" y="142875"/>
                </a:lnTo>
                <a:cubicBezTo>
                  <a:pt x="246906" y="142875"/>
                  <a:pt x="254000" y="135781"/>
                  <a:pt x="254000" y="127000"/>
                </a:cubicBezTo>
                <a:cubicBezTo>
                  <a:pt x="254000" y="118219"/>
                  <a:pt x="246906" y="111125"/>
                  <a:pt x="238125" y="111125"/>
                </a:cubicBezTo>
                <a:lnTo>
                  <a:pt x="95250" y="111125"/>
                </a:lnTo>
                <a:close/>
                <a:moveTo>
                  <a:pt x="95250" y="190500"/>
                </a:moveTo>
                <a:cubicBezTo>
                  <a:pt x="86469" y="190500"/>
                  <a:pt x="79375" y="197594"/>
                  <a:pt x="79375" y="206375"/>
                </a:cubicBezTo>
                <a:cubicBezTo>
                  <a:pt x="79375" y="215156"/>
                  <a:pt x="86469" y="222250"/>
                  <a:pt x="95250" y="222250"/>
                </a:cubicBezTo>
                <a:lnTo>
                  <a:pt x="238125" y="222250"/>
                </a:lnTo>
                <a:cubicBezTo>
                  <a:pt x="246906" y="222250"/>
                  <a:pt x="254000" y="215156"/>
                  <a:pt x="254000" y="206375"/>
                </a:cubicBezTo>
                <a:cubicBezTo>
                  <a:pt x="254000" y="197594"/>
                  <a:pt x="246906" y="190500"/>
                  <a:pt x="238125" y="190500"/>
                </a:cubicBezTo>
                <a:lnTo>
                  <a:pt x="95250" y="190500"/>
                </a:lnTo>
                <a:close/>
                <a:moveTo>
                  <a:pt x="23812" y="230188"/>
                </a:moveTo>
                <a:cubicBezTo>
                  <a:pt x="36955" y="230188"/>
                  <a:pt x="47625" y="219517"/>
                  <a:pt x="47625" y="206375"/>
                </a:cubicBezTo>
                <a:cubicBezTo>
                  <a:pt x="47625" y="193233"/>
                  <a:pt x="36955" y="182563"/>
                  <a:pt x="23812" y="182563"/>
                </a:cubicBezTo>
                <a:cubicBezTo>
                  <a:pt x="10670" y="182563"/>
                  <a:pt x="0" y="193233"/>
                  <a:pt x="0" y="206375"/>
                </a:cubicBezTo>
                <a:cubicBezTo>
                  <a:pt x="0" y="219517"/>
                  <a:pt x="10670" y="230188"/>
                  <a:pt x="23812" y="230188"/>
                </a:cubicBezTo>
                <a:close/>
                <a:moveTo>
                  <a:pt x="47625" y="127000"/>
                </a:moveTo>
                <a:cubicBezTo>
                  <a:pt x="47625" y="113858"/>
                  <a:pt x="36955" y="103188"/>
                  <a:pt x="23812" y="103188"/>
                </a:cubicBezTo>
                <a:cubicBezTo>
                  <a:pt x="10670" y="103188"/>
                  <a:pt x="0" y="113858"/>
                  <a:pt x="0" y="127000"/>
                </a:cubicBezTo>
                <a:cubicBezTo>
                  <a:pt x="0" y="140142"/>
                  <a:pt x="10670" y="150813"/>
                  <a:pt x="23812" y="150813"/>
                </a:cubicBezTo>
                <a:cubicBezTo>
                  <a:pt x="36955" y="150813"/>
                  <a:pt x="47625" y="140142"/>
                  <a:pt x="47625" y="127000"/>
                </a:cubicBezTo>
                <a:close/>
              </a:path>
            </a:pathLst>
          </a:custGeom>
          <a:solidFill>
            <a:srgbClr val="004080"/>
          </a:solidFill>
        </p:spPr>
      </p:sp>
      <p:sp>
        <p:nvSpPr>
          <p:cNvPr id="9" name="Text 4"/>
          <p:cNvSpPr/>
          <p:nvPr/>
        </p:nvSpPr>
        <p:spPr>
          <a:xfrm>
            <a:off x="5956962" y="2286000"/>
            <a:ext cx="58293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Categorized Tracking:</a:t>
            </a:r>
            <a:r>
              <a:rPr lang="en-US" sz="1600" dirty="0">
                <a:solidFill>
                  <a:srgbClr val="4A4A4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Organize expenses by type (food, transport, etc.).</a:t>
            </a:r>
            <a:endParaRPr lang="en-US" sz="1600" dirty="0"/>
          </a:p>
        </p:txBody>
      </p:sp>
      <p:sp>
        <p:nvSpPr>
          <p:cNvPr id="10" name="Shape 5"/>
          <p:cNvSpPr/>
          <p:nvPr/>
        </p:nvSpPr>
        <p:spPr>
          <a:xfrm>
            <a:off x="5171414" y="3251200"/>
            <a:ext cx="6769100" cy="914400"/>
          </a:xfrm>
          <a:custGeom>
            <a:avLst/>
            <a:gdLst/>
            <a:ahLst/>
            <a:cxnLst/>
            <a:rect l="l" t="t" r="r" b="b"/>
            <a:pathLst>
              <a:path w="6769100" h="914400">
                <a:moveTo>
                  <a:pt x="101599" y="0"/>
                </a:moveTo>
                <a:lnTo>
                  <a:pt x="6667501" y="0"/>
                </a:lnTo>
                <a:cubicBezTo>
                  <a:pt x="6723613" y="0"/>
                  <a:pt x="6769100" y="45487"/>
                  <a:pt x="6769100" y="101599"/>
                </a:cubicBezTo>
                <a:lnTo>
                  <a:pt x="6769100" y="812801"/>
                </a:lnTo>
                <a:cubicBezTo>
                  <a:pt x="6769100" y="868913"/>
                  <a:pt x="6723613" y="914400"/>
                  <a:pt x="66675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A8D0F5"/>
          </a:solidFill>
        </p:spPr>
      </p:sp>
      <p:sp>
        <p:nvSpPr>
          <p:cNvPr id="11" name="Shape 6"/>
          <p:cNvSpPr/>
          <p:nvPr/>
        </p:nvSpPr>
        <p:spPr>
          <a:xfrm>
            <a:off x="5392738" y="3556000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254198" y="119063"/>
                </a:moveTo>
                <a:lnTo>
                  <a:pt x="166886" y="119063"/>
                </a:lnTo>
                <a:cubicBezTo>
                  <a:pt x="158105" y="119063"/>
                  <a:pt x="151011" y="111968"/>
                  <a:pt x="151011" y="103188"/>
                </a:cubicBezTo>
                <a:lnTo>
                  <a:pt x="151011" y="15875"/>
                </a:lnTo>
                <a:cubicBezTo>
                  <a:pt x="151011" y="7094"/>
                  <a:pt x="158155" y="-99"/>
                  <a:pt x="166836" y="1042"/>
                </a:cubicBezTo>
                <a:cubicBezTo>
                  <a:pt x="219918" y="8086"/>
                  <a:pt x="261987" y="50155"/>
                  <a:pt x="269032" y="103237"/>
                </a:cubicBezTo>
                <a:cubicBezTo>
                  <a:pt x="270173" y="111919"/>
                  <a:pt x="262979" y="119063"/>
                  <a:pt x="254198" y="119063"/>
                </a:cubicBezTo>
                <a:close/>
                <a:moveTo>
                  <a:pt x="110430" y="18455"/>
                </a:moveTo>
                <a:cubicBezTo>
                  <a:pt x="119410" y="16570"/>
                  <a:pt x="127198" y="23912"/>
                  <a:pt x="127198" y="33089"/>
                </a:cubicBezTo>
                <a:lnTo>
                  <a:pt x="127198" y="130969"/>
                </a:lnTo>
                <a:cubicBezTo>
                  <a:pt x="127198" y="133747"/>
                  <a:pt x="128191" y="136426"/>
                  <a:pt x="129927" y="138559"/>
                </a:cubicBezTo>
                <a:lnTo>
                  <a:pt x="195461" y="217636"/>
                </a:lnTo>
                <a:cubicBezTo>
                  <a:pt x="201265" y="224631"/>
                  <a:pt x="200025" y="235198"/>
                  <a:pt x="192038" y="239514"/>
                </a:cubicBezTo>
                <a:cubicBezTo>
                  <a:pt x="175121" y="248741"/>
                  <a:pt x="155724" y="254000"/>
                  <a:pt x="135136" y="254000"/>
                </a:cubicBezTo>
                <a:cubicBezTo>
                  <a:pt x="69404" y="254000"/>
                  <a:pt x="16073" y="200670"/>
                  <a:pt x="16073" y="134938"/>
                </a:cubicBezTo>
                <a:cubicBezTo>
                  <a:pt x="16073" y="77639"/>
                  <a:pt x="56505" y="29815"/>
                  <a:pt x="110430" y="18455"/>
                </a:cubicBezTo>
                <a:close/>
                <a:moveTo>
                  <a:pt x="237034" y="142875"/>
                </a:moveTo>
                <a:lnTo>
                  <a:pt x="268784" y="142875"/>
                </a:lnTo>
                <a:cubicBezTo>
                  <a:pt x="277961" y="142875"/>
                  <a:pt x="285304" y="150664"/>
                  <a:pt x="283418" y="159643"/>
                </a:cubicBezTo>
                <a:cubicBezTo>
                  <a:pt x="278358" y="183654"/>
                  <a:pt x="266055" y="204986"/>
                  <a:pt x="248890" y="221258"/>
                </a:cubicBezTo>
                <a:cubicBezTo>
                  <a:pt x="242788" y="227062"/>
                  <a:pt x="233214" y="225822"/>
                  <a:pt x="227856" y="219323"/>
                </a:cubicBezTo>
                <a:lnTo>
                  <a:pt x="185986" y="168870"/>
                </a:lnTo>
                <a:cubicBezTo>
                  <a:pt x="177403" y="158502"/>
                  <a:pt x="184795" y="142875"/>
                  <a:pt x="198189" y="142875"/>
                </a:cubicBezTo>
                <a:lnTo>
                  <a:pt x="236984" y="142875"/>
                </a:lnTo>
                <a:close/>
              </a:path>
            </a:pathLst>
          </a:custGeom>
          <a:solidFill>
            <a:srgbClr val="004080"/>
          </a:solidFill>
        </p:spPr>
      </p:sp>
      <p:sp>
        <p:nvSpPr>
          <p:cNvPr id="12" name="Text 7"/>
          <p:cNvSpPr/>
          <p:nvPr/>
        </p:nvSpPr>
        <p:spPr>
          <a:xfrm>
            <a:off x="5950744" y="3403600"/>
            <a:ext cx="58293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Visual Summary:</a:t>
            </a:r>
            <a:r>
              <a:rPr lang="en-US" sz="1600" dirty="0">
                <a:solidFill>
                  <a:srgbClr val="4A4A4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Charts and insights show spending patterns at a glance.</a:t>
            </a: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>
            <a:off x="5171414" y="4368800"/>
            <a:ext cx="6769100" cy="914400"/>
          </a:xfrm>
          <a:custGeom>
            <a:avLst/>
            <a:gdLst/>
            <a:ahLst/>
            <a:cxnLst/>
            <a:rect l="l" t="t" r="r" b="b"/>
            <a:pathLst>
              <a:path w="6769100" h="914400">
                <a:moveTo>
                  <a:pt x="101599" y="0"/>
                </a:moveTo>
                <a:lnTo>
                  <a:pt x="6667501" y="0"/>
                </a:lnTo>
                <a:cubicBezTo>
                  <a:pt x="6723613" y="0"/>
                  <a:pt x="6769100" y="45487"/>
                  <a:pt x="6769100" y="101599"/>
                </a:cubicBezTo>
                <a:lnTo>
                  <a:pt x="6769100" y="812801"/>
                </a:lnTo>
                <a:cubicBezTo>
                  <a:pt x="6769100" y="868913"/>
                  <a:pt x="6723613" y="914400"/>
                  <a:pt x="66675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A8D0F5"/>
          </a:solidFill>
        </p:spPr>
      </p:sp>
      <p:sp>
        <p:nvSpPr>
          <p:cNvPr id="14" name="Shape 9"/>
          <p:cNvSpPr/>
          <p:nvPr/>
        </p:nvSpPr>
        <p:spPr>
          <a:xfrm>
            <a:off x="5413772" y="46736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31750" y="15875"/>
                </a:moveTo>
                <a:cubicBezTo>
                  <a:pt x="14238" y="15875"/>
                  <a:pt x="0" y="30113"/>
                  <a:pt x="0" y="47625"/>
                </a:cubicBezTo>
                <a:lnTo>
                  <a:pt x="0" y="190500"/>
                </a:lnTo>
                <a:cubicBezTo>
                  <a:pt x="0" y="208012"/>
                  <a:pt x="14238" y="222250"/>
                  <a:pt x="31750" y="222250"/>
                </a:cubicBezTo>
                <a:lnTo>
                  <a:pt x="222250" y="222250"/>
                </a:lnTo>
                <a:cubicBezTo>
                  <a:pt x="239762" y="222250"/>
                  <a:pt x="254000" y="208012"/>
                  <a:pt x="254000" y="190500"/>
                </a:cubicBezTo>
                <a:lnTo>
                  <a:pt x="254000" y="95250"/>
                </a:lnTo>
                <a:cubicBezTo>
                  <a:pt x="254000" y="77738"/>
                  <a:pt x="239762" y="63500"/>
                  <a:pt x="222250" y="63500"/>
                </a:cubicBezTo>
                <a:lnTo>
                  <a:pt x="35719" y="63500"/>
                </a:lnTo>
                <a:cubicBezTo>
                  <a:pt x="29121" y="63500"/>
                  <a:pt x="23812" y="58192"/>
                  <a:pt x="23812" y="51594"/>
                </a:cubicBezTo>
                <a:cubicBezTo>
                  <a:pt x="23812" y="44996"/>
                  <a:pt x="29121" y="39688"/>
                  <a:pt x="35719" y="39688"/>
                </a:cubicBezTo>
                <a:lnTo>
                  <a:pt x="226219" y="39688"/>
                </a:lnTo>
                <a:cubicBezTo>
                  <a:pt x="232817" y="39688"/>
                  <a:pt x="238125" y="34379"/>
                  <a:pt x="238125" y="27781"/>
                </a:cubicBezTo>
                <a:cubicBezTo>
                  <a:pt x="238125" y="21183"/>
                  <a:pt x="232817" y="15875"/>
                  <a:pt x="226219" y="15875"/>
                </a:cubicBezTo>
                <a:lnTo>
                  <a:pt x="31750" y="15875"/>
                </a:lnTo>
                <a:close/>
                <a:moveTo>
                  <a:pt x="206375" y="127000"/>
                </a:moveTo>
                <a:cubicBezTo>
                  <a:pt x="215137" y="127000"/>
                  <a:pt x="222250" y="134113"/>
                  <a:pt x="222250" y="142875"/>
                </a:cubicBezTo>
                <a:cubicBezTo>
                  <a:pt x="222250" y="151637"/>
                  <a:pt x="215137" y="158750"/>
                  <a:pt x="206375" y="158750"/>
                </a:cubicBezTo>
                <a:cubicBezTo>
                  <a:pt x="197613" y="158750"/>
                  <a:pt x="190500" y="151637"/>
                  <a:pt x="190500" y="142875"/>
                </a:cubicBezTo>
                <a:cubicBezTo>
                  <a:pt x="190500" y="134113"/>
                  <a:pt x="197613" y="127000"/>
                  <a:pt x="206375" y="127000"/>
                </a:cubicBezTo>
                <a:close/>
              </a:path>
            </a:pathLst>
          </a:custGeom>
          <a:solidFill>
            <a:srgbClr val="004080"/>
          </a:solidFill>
        </p:spPr>
      </p:sp>
      <p:sp>
        <p:nvSpPr>
          <p:cNvPr id="15" name="Text 10"/>
          <p:cNvSpPr/>
          <p:nvPr/>
        </p:nvSpPr>
        <p:spPr>
          <a:xfrm>
            <a:off x="5961063" y="4521200"/>
            <a:ext cx="58293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Budget Management:</a:t>
            </a:r>
            <a:r>
              <a:rPr lang="en-US" sz="1600" dirty="0">
                <a:solidFill>
                  <a:srgbClr val="4A4A4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Real-time comparison against the preset budget.</a:t>
            </a:r>
            <a:endParaRPr lang="en-US" sz="16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145" y="391160"/>
            <a:ext cx="3429000" cy="57531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2-d2v63jlnfo2stf9dk4r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" y="429895"/>
            <a:ext cx="579755" cy="65214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8-12:55:41-d2v63jdnfo2stf9dk4q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44260"/>
            <a:ext cx="12192635" cy="71374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2457424" y="527050"/>
            <a:ext cx="72771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0040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M</a:t>
            </a:r>
            <a:r>
              <a:rPr lang="en-US" sz="3000" dirty="0">
                <a:solidFill>
                  <a:srgbClr val="0040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yself</a:t>
            </a:r>
            <a:endParaRPr lang="en-US" sz="3000" dirty="0">
              <a:solidFill>
                <a:srgbClr val="004080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pic>
        <p:nvPicPr>
          <p:cNvPr id="4" name="图片 3" descr="我的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6170" y="1039495"/>
            <a:ext cx="2482215" cy="504952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9.6,&quot;left&quot;:272.1,&quot;top&quot;:348.35,&quot;width&quot;:396.95}"/>
</p:tagLst>
</file>

<file path=ppt/tags/tag2.xml><?xml version="1.0" encoding="utf-8"?>
<p:tagLst xmlns:p="http://schemas.openxmlformats.org/presentationml/2006/main">
  <p:tag name="KSO_WM_DIAGRAM_VIRTUALLY_FRAME" val="{&quot;height&quot;:39.6,&quot;left&quot;:272.1,&quot;top&quot;:348.35,&quot;width&quot;:396.95}"/>
</p:tagLst>
</file>

<file path=ppt/tags/tag3.xml><?xml version="1.0" encoding="utf-8"?>
<p:tagLst xmlns:p="http://schemas.openxmlformats.org/presentationml/2006/main">
  <p:tag name="KSO_WM_DIAGRAM_VIRTUALLY_FRAME" val="{&quot;height&quot;:384,&quot;left&quot;:564.35,&quot;top&quot;:98.35,&quot;width&quot;:296}"/>
</p:tagLst>
</file>

<file path=ppt/tags/tag4.xml><?xml version="1.0" encoding="utf-8"?>
<p:tagLst xmlns:p="http://schemas.openxmlformats.org/presentationml/2006/main">
  <p:tag name="KSO_WM_DIAGRAM_VIRTUALLY_FRAME" val="{&quot;height&quot;:384,&quot;left&quot;:564.35,&quot;top&quot;:98.35,&quot;width&quot;:296}"/>
</p:tagLst>
</file>

<file path=ppt/tags/tag5.xml><?xml version="1.0" encoding="utf-8"?>
<p:tagLst xmlns:p="http://schemas.openxmlformats.org/presentationml/2006/main">
  <p:tag name="KSO_WM_DIAGRAM_VIRTUALLY_FRAME" val="{&quot;height&quot;:384,&quot;left&quot;:564.35,&quot;top&quot;:98.35,&quot;width&quot;:296}"/>
</p:tagLst>
</file>

<file path=ppt/tags/tag6.xml><?xml version="1.0" encoding="utf-8"?>
<p:tagLst xmlns:p="http://schemas.openxmlformats.org/presentationml/2006/main">
  <p:tag name="KSO_WM_DIAGRAM_VIRTUALLY_FRAME" val="{&quot;height&quot;:384,&quot;left&quot;:564.35,&quot;top&quot;:98.35,&quot;width&quot;:296}"/>
</p:tagLst>
</file>

<file path=ppt/tags/tag7.xml><?xml version="1.0" encoding="utf-8"?>
<p:tagLst xmlns:p="http://schemas.openxmlformats.org/presentationml/2006/main">
  <p:tag name="KSO_WM_DIAGRAM_VIRTUALLY_FRAME" val="{&quot;height&quot;:384,&quot;left&quot;:564.35,&quot;top&quot;:98.35,&quot;width&quot;:296}"/>
</p:tagLst>
</file>

<file path=ppt/tags/tag8.xml><?xml version="1.0" encoding="utf-8"?>
<p:tagLst xmlns:p="http://schemas.openxmlformats.org/presentationml/2006/main">
  <p:tag name="KSO_WM_DIAGRAM_VIRTUALLY_FRAME" val="{&quot;height&quot;:384,&quot;left&quot;:564.35,&quot;top&quot;:98.35,&quot;width&quot;:296}"/>
</p:tagLst>
</file>

<file path=ppt/tags/tag9.xml><?xml version="1.0" encoding="utf-8"?>
<p:tagLst xmlns:p="http://schemas.openxmlformats.org/presentationml/2006/main">
  <p:tag name="KSO_WM_DIAGRAM_VIRTUALLY_FRAME" val="{&quot;height&quot;:384,&quot;left&quot;:564.35,&quot;top&quot;:98.35,&quot;width&quot;:296}"/>
</p:tagLst>
</file>

<file path=ppt/tags/tag10.xml><?xml version="1.0" encoding="utf-8"?>
<p:tagLst xmlns:p="http://schemas.openxmlformats.org/presentationml/2006/main">
  <p:tag name="KSO_WM_DIAGRAM_VIRTUALLY_FRAME" val="{&quot;height&quot;:384,&quot;left&quot;:564.35,&quot;top&quot;:98.35,&quot;width&quot;:296}"/>
</p:tagLst>
</file>

<file path=ppt/tags/tag11.xml><?xml version="1.0" encoding="utf-8"?>
<p:tagLst xmlns:p="http://schemas.openxmlformats.org/presentationml/2006/main">
  <p:tag name="KSO_WM_DIAGRAM_VIRTUALLY_FRAME" val="{&quot;height&quot;:282,&quot;left&quot;:60.845826771653535,&quot;top&quot;:137.45,&quot;width&quot;:537.4}"/>
</p:tagLst>
</file>

<file path=ppt/tags/tag12.xml><?xml version="1.0" encoding="utf-8"?>
<p:tagLst xmlns:p="http://schemas.openxmlformats.org/presentationml/2006/main">
  <p:tag name="KSO_WM_DIAGRAM_VIRTUALLY_FRAME" val="{&quot;height&quot;:282,&quot;left&quot;:60.845826771653535,&quot;top&quot;:137.45,&quot;width&quot;:537.4}"/>
</p:tagLst>
</file>

<file path=ppt/tags/tag13.xml><?xml version="1.0" encoding="utf-8"?>
<p:tagLst xmlns:p="http://schemas.openxmlformats.org/presentationml/2006/main">
  <p:tag name="KSO_WM_DIAGRAM_VIRTUALLY_FRAME" val="{&quot;height&quot;:282,&quot;left&quot;:60.845826771653535,&quot;top&quot;:137.45,&quot;width&quot;:537.4}"/>
</p:tagLst>
</file>

<file path=ppt/tags/tag14.xml><?xml version="1.0" encoding="utf-8"?>
<p:tagLst xmlns:p="http://schemas.openxmlformats.org/presentationml/2006/main">
  <p:tag name="KSO_WM_DIAGRAM_VIRTUALLY_FRAME" val="{&quot;height&quot;:282,&quot;left&quot;:60.845826771653535,&quot;top&quot;:137.45,&quot;width&quot;:537.4}"/>
</p:tagLst>
</file>

<file path=ppt/tags/tag15.xml><?xml version="1.0" encoding="utf-8"?>
<p:tagLst xmlns:p="http://schemas.openxmlformats.org/presentationml/2006/main">
  <p:tag name="KSO_WM_DIAGRAM_VIRTUALLY_FRAME" val="{&quot;height&quot;:282,&quot;left&quot;:60.845826771653535,&quot;top&quot;:137.45,&quot;width&quot;:537.4}"/>
</p:tagLst>
</file>

<file path=ppt/tags/tag16.xml><?xml version="1.0" encoding="utf-8"?>
<p:tagLst xmlns:p="http://schemas.openxmlformats.org/presentationml/2006/main">
  <p:tag name="KSO_WM_DIAGRAM_VIRTUALLY_FRAME" val="{&quot;height&quot;:282,&quot;left&quot;:60.845826771653535,&quot;top&quot;:137.45,&quot;width&quot;:537.4}"/>
</p:tagLst>
</file>

<file path=ppt/tags/tag17.xml><?xml version="1.0" encoding="utf-8"?>
<p:tagLst xmlns:p="http://schemas.openxmlformats.org/presentationml/2006/main">
  <p:tag name="KSO_WM_DIAGRAM_VIRTUALLY_FRAME" val="{&quot;height&quot;:282,&quot;left&quot;:60.845826771653535,&quot;top&quot;:137.45,&quot;width&quot;:537.4}"/>
</p:tagLst>
</file>

<file path=ppt/tags/tag18.xml><?xml version="1.0" encoding="utf-8"?>
<p:tagLst xmlns:p="http://schemas.openxmlformats.org/presentationml/2006/main">
  <p:tag name="KSO_WM_DIAGRAM_VIRTUALLY_FRAME" val="{&quot;height&quot;:282,&quot;left&quot;:60.845826771653535,&quot;top&quot;:137.45,&quot;width&quot;:537.4}"/>
</p:tagLst>
</file>

<file path=ppt/tags/tag19.xml><?xml version="1.0" encoding="utf-8"?>
<p:tagLst xmlns:p="http://schemas.openxmlformats.org/presentationml/2006/main">
  <p:tag name="KSO_WM_DIAGRAM_VIRTUALLY_FRAME" val="{&quot;height&quot;:282,&quot;left&quot;:60.845826771653535,&quot;top&quot;:137.45,&quot;width&quot;:537.4}"/>
</p:tagLst>
</file>

<file path=ppt/tags/tag20.xml><?xml version="1.0" encoding="utf-8"?>
<p:tagLst xmlns:p="http://schemas.openxmlformats.org/presentationml/2006/main">
  <p:tag name="KSO_WM_DIAGRAM_VIRTUALLY_FRAME" val="{&quot;height&quot;:282,&quot;left&quot;:60.845826771653535,&quot;top&quot;:137.45,&quot;width&quot;:537.4}"/>
</p:tagLst>
</file>

<file path=ppt/tags/tag21.xml><?xml version="1.0" encoding="utf-8"?>
<p:tagLst xmlns:p="http://schemas.openxmlformats.org/presentationml/2006/main">
  <p:tag name="KSO_WM_DIAGRAM_VIRTUALLY_FRAME" val="{&quot;height&quot;:282,&quot;left&quot;:60.845826771653535,&quot;top&quot;:137.45,&quot;width&quot;:537.4}"/>
</p:tagLst>
</file>

<file path=ppt/tags/tag22.xml><?xml version="1.0" encoding="utf-8"?>
<p:tagLst xmlns:p="http://schemas.openxmlformats.org/presentationml/2006/main">
  <p:tag name="KSO_WM_DIAGRAM_VIRTUALLY_FRAME" val="{&quot;height&quot;:282,&quot;left&quot;:60.845826771653535,&quot;top&quot;:137.45,&quot;width&quot;:537.4}"/>
</p:tagLst>
</file>

<file path=ppt/tags/tag23.xml><?xml version="1.0" encoding="utf-8"?>
<p:tagLst xmlns:p="http://schemas.openxmlformats.org/presentationml/2006/main">
  <p:tag name="KSO_WM_DIAGRAM_VIRTUALLY_FRAME" val="{&quot;height&quot;:320,&quot;left&quot;:20,&quot;top&quot;:172,&quot;width&quot;:919.5937795275589}"/>
</p:tagLst>
</file>

<file path=ppt/tags/tag24.xml><?xml version="1.0" encoding="utf-8"?>
<p:tagLst xmlns:p="http://schemas.openxmlformats.org/presentationml/2006/main">
  <p:tag name="KSO_WM_DIAGRAM_VIRTUALLY_FRAME" val="{&quot;height&quot;:320,&quot;left&quot;:20,&quot;top&quot;:172,&quot;width&quot;:919.5937795275589}"/>
</p:tagLst>
</file>

<file path=ppt/tags/tag25.xml><?xml version="1.0" encoding="utf-8"?>
<p:tagLst xmlns:p="http://schemas.openxmlformats.org/presentationml/2006/main">
  <p:tag name="KSO_WM_DIAGRAM_VIRTUALLY_FRAME" val="{&quot;height&quot;:320,&quot;left&quot;:20,&quot;top&quot;:172,&quot;width&quot;:919.5937795275589}"/>
</p:tagLst>
</file>

<file path=ppt/tags/tag26.xml><?xml version="1.0" encoding="utf-8"?>
<p:tagLst xmlns:p="http://schemas.openxmlformats.org/presentationml/2006/main">
  <p:tag name="KSO_WM_DIAGRAM_VIRTUALLY_FRAME" val="{&quot;height&quot;:320,&quot;left&quot;:20,&quot;top&quot;:172,&quot;width&quot;:919.5937795275589}"/>
</p:tagLst>
</file>

<file path=ppt/tags/tag27.xml><?xml version="1.0" encoding="utf-8"?>
<p:tagLst xmlns:p="http://schemas.openxmlformats.org/presentationml/2006/main">
  <p:tag name="KSO_WM_DIAGRAM_VIRTUALLY_FRAME" val="{&quot;height&quot;:320,&quot;left&quot;:20,&quot;top&quot;:172,&quot;width&quot;:919.5937795275589}"/>
</p:tagLst>
</file>

<file path=ppt/tags/tag28.xml><?xml version="1.0" encoding="utf-8"?>
<p:tagLst xmlns:p="http://schemas.openxmlformats.org/presentationml/2006/main">
  <p:tag name="KSO_WM_DIAGRAM_VIRTUALLY_FRAME" val="{&quot;height&quot;:320,&quot;left&quot;:20,&quot;top&quot;:172,&quot;width&quot;:919.5937795275589}"/>
</p:tagLst>
</file>

<file path=ppt/tags/tag29.xml><?xml version="1.0" encoding="utf-8"?>
<p:tagLst xmlns:p="http://schemas.openxmlformats.org/presentationml/2006/main">
  <p:tag name="KSO_WM_DIAGRAM_VIRTUALLY_FRAME" val="{&quot;height&quot;:320,&quot;left&quot;:20,&quot;top&quot;:172,&quot;width&quot;:919.5937795275589}"/>
</p:tagLst>
</file>

<file path=ppt/tags/tag30.xml><?xml version="1.0" encoding="utf-8"?>
<p:tagLst xmlns:p="http://schemas.openxmlformats.org/presentationml/2006/main">
  <p:tag name="KSO_WM_DIAGRAM_VIRTUALLY_FRAME" val="{&quot;height&quot;:320,&quot;left&quot;:20,&quot;top&quot;:172,&quot;width&quot;:919.5937795275589}"/>
</p:tagLst>
</file>

<file path=ppt/tags/tag31.xml><?xml version="1.0" encoding="utf-8"?>
<p:tagLst xmlns:p="http://schemas.openxmlformats.org/presentationml/2006/main">
  <p:tag name="KSO_WM_DIAGRAM_VIRTUALLY_FRAME" val="{&quot;height&quot;:339.35,&quot;left&quot;:20,&quot;top&quot;:152.65,&quot;width&quot;:919.5937795275589}"/>
</p:tagLst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E46EB"/>
      </a:accent1>
      <a:accent2>
        <a:srgbClr val="1CA97E"/>
      </a:accent2>
      <a:accent3>
        <a:srgbClr val="5D91F0"/>
      </a:accent3>
      <a:accent4>
        <a:srgbClr val="000000"/>
      </a:accent4>
      <a:accent5>
        <a:srgbClr val="FFFFFF"/>
      </a:accent5>
      <a:accent6>
        <a:srgbClr val="FF9202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E46EB"/>
      </a:accent1>
      <a:accent2>
        <a:srgbClr val="1CA97E"/>
      </a:accent2>
      <a:accent3>
        <a:srgbClr val="5D91F0"/>
      </a:accent3>
      <a:accent4>
        <a:srgbClr val="000000"/>
      </a:accent4>
      <a:accent5>
        <a:srgbClr val="FFFFFF"/>
      </a:accent5>
      <a:accent6>
        <a:srgbClr val="FF9202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E46EB"/>
      </a:accent1>
      <a:accent2>
        <a:srgbClr val="1CA97E"/>
      </a:accent2>
      <a:accent3>
        <a:srgbClr val="5D91F0"/>
      </a:accent3>
      <a:accent4>
        <a:srgbClr val="000000"/>
      </a:accent4>
      <a:accent5>
        <a:srgbClr val="FFFFFF"/>
      </a:accent5>
      <a:accent6>
        <a:srgbClr val="FF9202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1030</Words>
  <Application>WPS 演示</Application>
  <PresentationFormat>On-screen Show (16:9)</PresentationFormat>
  <Paragraphs>66</Paragraphs>
  <Slides>9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22" baseType="lpstr">
      <vt:lpstr>Arial</vt:lpstr>
      <vt:lpstr>宋体</vt:lpstr>
      <vt:lpstr>Wingdings</vt:lpstr>
      <vt:lpstr>MiSans</vt:lpstr>
      <vt:lpstr>MiSans</vt:lpstr>
      <vt:lpstr>Noto Sans SC</vt:lpstr>
      <vt:lpstr>Noto Sans SC</vt:lpstr>
      <vt:lpstr>Calibri</vt:lpstr>
      <vt:lpstr>微软雅黑</vt:lpstr>
      <vt:lpstr>Arial Unicode MS</vt:lpstr>
      <vt:lpstr>等线</vt:lpstr>
      <vt:lpstr>Custom Theme</vt:lpstr>
      <vt:lpstr>1_Custom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WanderLog App Journey</dc:title>
  <dc:creator>Kimi</dc:creator>
  <dc:subject>WanderLog App Journey</dc:subject>
  <cp:lastModifiedBy>这个黄同学</cp:lastModifiedBy>
  <cp:revision>16</cp:revision>
  <dcterms:created xsi:type="dcterms:W3CDTF">2025-10-14T14:27:00Z</dcterms:created>
  <dcterms:modified xsi:type="dcterms:W3CDTF">2025-10-15T06:10:32Z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{"Label":"WanderLog App Journey","ContentProducer":"001191110108MACG2KBH8F10000","ProduceID":"d3n5m8uc8f2489o7pv20","ReservedCode1":"","ContentPropagator":"001191110108MACG2KBH8F20000","PropagateID":"d3n5m8uc8f2489o7pv20","ReservedCode2":""}</vt:lpwstr>
  </property>
  <property fmtid="{D5CDD505-2E9C-101B-9397-08002B2CF9AE}" pid="3" name="ICV">
    <vt:lpwstr>A503C5B60CAF482B9254B772292CCF1C_13</vt:lpwstr>
  </property>
  <property fmtid="{D5CDD505-2E9C-101B-9397-08002B2CF9AE}" pid="4" name="KSOProductBuildVer">
    <vt:lpwstr>2052-12.1.0.22529</vt:lpwstr>
  </property>
</Properties>
</file>