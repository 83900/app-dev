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9" r:id="rId6"/>
    <p:sldId id="260" r:id="rId7"/>
    <p:sldId id="274" r:id="rId8"/>
    <p:sldId id="263" r:id="rId9"/>
    <p:sldId id="268" r:id="rId10"/>
    <p:sldId id="273" r:id="rId11"/>
  </p:sldIdLst>
  <p:sldSz cx="12192000" cy="6858000"/>
  <p:notesSz cx="6858000" cy="12192000"/>
  <p:embeddedFontLst>
    <p:embeddedFont>
      <p:font typeface="MiSans" pitchFamily="34" charset="-122"/>
      <p:regular r:id="rId15"/>
    </p:embeddedFont>
    <p:embeddedFont>
      <p:font typeface="MiSans" pitchFamily="34" charset="-120"/>
      <p:regular r:id="rId16"/>
    </p:embeddedFont>
    <p:embeddedFont>
      <p:font typeface="Noto Sans SC" panose="020B0200000000000000" pitchFamily="34" charset="-122"/>
      <p:regular r:id="rId17"/>
    </p:embeddedFont>
    <p:embeddedFont>
      <p:font typeface="Noto Sans SC" panose="020B0200000000000000" pitchFamily="34" charset="-12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2846" t="2254" r="3013" b="8961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2528570"/>
            <a:ext cx="7750810" cy="11068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WanderLog </a:t>
            </a: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6111240" y="4476115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2025.12.23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995" y="1638300"/>
            <a:ext cx="6146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Welcome to WanderLog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217295" y="287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7" name="Shape 3"/>
          <p:cNvSpPr/>
          <p:nvPr/>
        </p:nvSpPr>
        <p:spPr>
          <a:xfrm>
            <a:off x="1318895" y="297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6922" y="108347"/>
                </a:moveTo>
                <a:cubicBezTo>
                  <a:pt x="140652" y="104616"/>
                  <a:pt x="140652" y="98584"/>
                  <a:pt x="136922" y="94893"/>
                </a:cubicBezTo>
                <a:lnTo>
                  <a:pt x="79772" y="37703"/>
                </a:lnTo>
                <a:cubicBezTo>
                  <a:pt x="77033" y="34965"/>
                  <a:pt x="72946" y="34171"/>
                  <a:pt x="69374" y="35639"/>
                </a:cubicBezTo>
                <a:cubicBezTo>
                  <a:pt x="65802" y="37108"/>
                  <a:pt x="63500" y="40600"/>
                  <a:pt x="63500" y="44450"/>
                </a:cubicBezTo>
                <a:lnTo>
                  <a:pt x="63500" y="76200"/>
                </a:lnTo>
                <a:lnTo>
                  <a:pt x="19050" y="76200"/>
                </a:lnTo>
                <a:cubicBezTo>
                  <a:pt x="8533" y="76200"/>
                  <a:pt x="0" y="84733"/>
                  <a:pt x="0" y="95250"/>
                </a:cubicBezTo>
                <a:lnTo>
                  <a:pt x="0" y="107950"/>
                </a:lnTo>
                <a:cubicBezTo>
                  <a:pt x="0" y="118467"/>
                  <a:pt x="8533" y="127000"/>
                  <a:pt x="19050" y="127000"/>
                </a:cubicBezTo>
                <a:lnTo>
                  <a:pt x="63500" y="127000"/>
                </a:lnTo>
                <a:lnTo>
                  <a:pt x="63500" y="158750"/>
                </a:lnTo>
                <a:cubicBezTo>
                  <a:pt x="63500" y="162600"/>
                  <a:pt x="65802" y="166092"/>
                  <a:pt x="69374" y="167561"/>
                </a:cubicBezTo>
                <a:cubicBezTo>
                  <a:pt x="72946" y="169029"/>
                  <a:pt x="77033" y="168235"/>
                  <a:pt x="79772" y="165497"/>
                </a:cubicBezTo>
                <a:lnTo>
                  <a:pt x="136922" y="108347"/>
                </a:lnTo>
                <a:close/>
                <a:moveTo>
                  <a:pt x="139700" y="165100"/>
                </a:moveTo>
                <a:cubicBezTo>
                  <a:pt x="132675" y="165100"/>
                  <a:pt x="127000" y="170775"/>
                  <a:pt x="127000" y="177800"/>
                </a:cubicBezTo>
                <a:cubicBezTo>
                  <a:pt x="127000" y="184825"/>
                  <a:pt x="132675" y="190500"/>
                  <a:pt x="139700" y="190500"/>
                </a:cubicBezTo>
                <a:lnTo>
                  <a:pt x="165100" y="190500"/>
                </a:lnTo>
                <a:cubicBezTo>
                  <a:pt x="186134" y="190500"/>
                  <a:pt x="203200" y="173434"/>
                  <a:pt x="203200" y="152400"/>
                </a:cubicBezTo>
                <a:lnTo>
                  <a:pt x="203200" y="50800"/>
                </a:lnTo>
                <a:cubicBezTo>
                  <a:pt x="203200" y="29766"/>
                  <a:pt x="186134" y="12700"/>
                  <a:pt x="165100" y="12700"/>
                </a:cubicBezTo>
                <a:lnTo>
                  <a:pt x="139700" y="12700"/>
                </a:lnTo>
                <a:cubicBezTo>
                  <a:pt x="132675" y="12700"/>
                  <a:pt x="127000" y="18375"/>
                  <a:pt x="127000" y="25400"/>
                </a:cubicBezTo>
                <a:cubicBezTo>
                  <a:pt x="127000" y="32425"/>
                  <a:pt x="132675" y="38100"/>
                  <a:pt x="139700" y="38100"/>
                </a:cubicBez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52400"/>
                </a:lnTo>
                <a:cubicBezTo>
                  <a:pt x="177800" y="159425"/>
                  <a:pt x="172125" y="165100"/>
                  <a:pt x="165100" y="165100"/>
                </a:cubicBezTo>
                <a:lnTo>
                  <a:pt x="139700" y="165100"/>
                </a:lnTo>
                <a:close/>
              </a:path>
            </a:pathLst>
          </a:custGeom>
          <a:solidFill>
            <a:srgbClr val="004080"/>
          </a:solidFill>
        </p:spPr>
      </p:sp>
      <p:sp>
        <p:nvSpPr>
          <p:cNvPr id="8" name="Text 4"/>
          <p:cNvSpPr/>
          <p:nvPr/>
        </p:nvSpPr>
        <p:spPr>
          <a:xfrm>
            <a:off x="1776095" y="2921000"/>
            <a:ext cx="33070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Login</a:t>
            </a:r>
            <a:endParaRPr lang="en-US" sz="2800" dirty="0">
              <a:solidFill>
                <a:srgbClr val="3A7BD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217295" y="4089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8D0F5"/>
          </a:solidFill>
        </p:spPr>
      </p:sp>
      <p:sp>
        <p:nvSpPr>
          <p:cNvPr id="11" name="Shape 7"/>
          <p:cNvSpPr/>
          <p:nvPr/>
        </p:nvSpPr>
        <p:spPr>
          <a:xfrm>
            <a:off x="1318895" y="4191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10252" y="3413"/>
                </a:moveTo>
                <a:cubicBezTo>
                  <a:pt x="105370" y="-1111"/>
                  <a:pt x="97830" y="-1111"/>
                  <a:pt x="92988" y="3413"/>
                </a:cubicBezTo>
                <a:lnTo>
                  <a:pt x="4088" y="85963"/>
                </a:lnTo>
                <a:cubicBezTo>
                  <a:pt x="278" y="89535"/>
                  <a:pt x="-992" y="95052"/>
                  <a:pt x="913" y="99893"/>
                </a:cubicBezTo>
                <a:cubicBezTo>
                  <a:pt x="2818" y="104735"/>
                  <a:pt x="7461" y="107950"/>
                  <a:pt x="12700" y="107950"/>
                </a:cubicBezTo>
                <a:lnTo>
                  <a:pt x="19050" y="107950"/>
                </a:lnTo>
                <a:lnTo>
                  <a:pt x="19050" y="177800"/>
                </a:lnTo>
                <a:cubicBezTo>
                  <a:pt x="19050" y="191810"/>
                  <a:pt x="30440" y="203200"/>
                  <a:pt x="44450" y="203200"/>
                </a:cubicBezTo>
                <a:lnTo>
                  <a:pt x="158750" y="203200"/>
                </a:lnTo>
                <a:cubicBezTo>
                  <a:pt x="172760" y="203200"/>
                  <a:pt x="184150" y="191810"/>
                  <a:pt x="184150" y="177800"/>
                </a:cubicBezTo>
                <a:lnTo>
                  <a:pt x="184150" y="107950"/>
                </a:lnTo>
                <a:lnTo>
                  <a:pt x="190500" y="107950"/>
                </a:lnTo>
                <a:cubicBezTo>
                  <a:pt x="195739" y="107950"/>
                  <a:pt x="200422" y="104735"/>
                  <a:pt x="202327" y="99893"/>
                </a:cubicBezTo>
                <a:cubicBezTo>
                  <a:pt x="204232" y="95052"/>
                  <a:pt x="202962" y="89495"/>
                  <a:pt x="199152" y="85963"/>
                </a:cubicBezTo>
                <a:lnTo>
                  <a:pt x="110252" y="3413"/>
                </a:lnTo>
                <a:close/>
                <a:moveTo>
                  <a:pt x="95250" y="127000"/>
                </a:moveTo>
                <a:lnTo>
                  <a:pt x="107950" y="127000"/>
                </a:lnTo>
                <a:cubicBezTo>
                  <a:pt x="118467" y="127000"/>
                  <a:pt x="127000" y="135533"/>
                  <a:pt x="127000" y="146050"/>
                </a:cubicBezTo>
                <a:lnTo>
                  <a:pt x="127000" y="184150"/>
                </a:lnTo>
                <a:lnTo>
                  <a:pt x="76200" y="184150"/>
                </a:lnTo>
                <a:lnTo>
                  <a:pt x="76200" y="146050"/>
                </a:lnTo>
                <a:cubicBezTo>
                  <a:pt x="76200" y="135533"/>
                  <a:pt x="84733" y="127000"/>
                  <a:pt x="95250" y="127000"/>
                </a:cubicBezTo>
                <a:close/>
              </a:path>
            </a:pathLst>
          </a:custGeom>
          <a:solidFill>
            <a:srgbClr val="004080"/>
          </a:solidFill>
        </p:spPr>
      </p:sp>
      <p:sp>
        <p:nvSpPr>
          <p:cNvPr id="12" name="Text 8"/>
          <p:cNvSpPr/>
          <p:nvPr/>
        </p:nvSpPr>
        <p:spPr>
          <a:xfrm>
            <a:off x="1776095" y="4140200"/>
            <a:ext cx="2003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3A7BD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Register</a:t>
            </a: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70" y="793115"/>
            <a:ext cx="2453005" cy="49460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115" y="793115"/>
            <a:ext cx="2420620" cy="4945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Home Overview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3"/>
            </p:custDataLst>
          </p:nvPr>
        </p:nvSpPr>
        <p:spPr>
          <a:xfrm>
            <a:off x="4269105" y="1116330"/>
            <a:ext cx="281559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View </a:t>
            </a:r>
            <a:r>
              <a:rPr lang="en-US" sz="24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Past Trips</a:t>
            </a:r>
            <a:endParaRPr lang="en-US" sz="24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4"/>
            </p:custDataLst>
          </p:nvPr>
        </p:nvSpPr>
        <p:spPr>
          <a:xfrm>
            <a:off x="7108825" y="1116330"/>
            <a:ext cx="277685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Start New </a:t>
            </a:r>
            <a:r>
              <a:rPr lang="en-US" sz="24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Trip</a:t>
            </a:r>
            <a:endParaRPr lang="en-US" sz="24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9"/>
          <p:cNvSpPr/>
          <p:nvPr>
            <p:custDataLst>
              <p:tags r:id="rId5"/>
            </p:custDataLst>
          </p:nvPr>
        </p:nvSpPr>
        <p:spPr>
          <a:xfrm>
            <a:off x="4513580" y="4881245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715" y="1116330"/>
            <a:ext cx="2418080" cy="50171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9660" y="1656080"/>
            <a:ext cx="1737360" cy="3314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 b="45317"/>
          <a:stretch>
            <a:fillRect/>
          </a:stretch>
        </p:blipFill>
        <p:spPr>
          <a:xfrm>
            <a:off x="4269105" y="1513840"/>
            <a:ext cx="2067560" cy="236664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5235" y="1645920"/>
            <a:ext cx="1664335" cy="32353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469755" y="942975"/>
            <a:ext cx="3443605" cy="570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Change Past Trips</a:t>
            </a:r>
            <a:endParaRPr lang="en-US" altLang="en-US" sz="2400" dirty="0">
              <a:solidFill>
                <a:srgbClr val="00408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5615" y="4344035"/>
            <a:ext cx="2195830" cy="133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24" y="25400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View </a:t>
            </a: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Diary</a:t>
            </a:r>
            <a:endParaRPr lang="en-US" sz="1600" dirty="0"/>
          </a:p>
        </p:txBody>
      </p:sp>
      <p:sp>
        <p:nvSpPr>
          <p:cNvPr id="19" name="Text 0"/>
          <p:cNvSpPr/>
          <p:nvPr/>
        </p:nvSpPr>
        <p:spPr>
          <a:xfrm>
            <a:off x="4227195" y="1214755"/>
            <a:ext cx="15671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Write Diary</a:t>
            </a:r>
            <a:endParaRPr 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0" y="1821180"/>
            <a:ext cx="1703705" cy="35261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b="57258"/>
          <a:stretch>
            <a:fillRect/>
          </a:stretch>
        </p:blipFill>
        <p:spPr>
          <a:xfrm>
            <a:off x="9368155" y="879475"/>
            <a:ext cx="2285365" cy="19932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" y="1146175"/>
            <a:ext cx="2302510" cy="46786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155" y="1712595"/>
            <a:ext cx="1774825" cy="363474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828155" y="1146175"/>
            <a:ext cx="17583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View Diary</a:t>
            </a:r>
            <a:endParaRPr 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33865" y="350520"/>
            <a:ext cx="23196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Select </a:t>
            </a: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Diary</a:t>
            </a:r>
            <a:endParaRPr lang="en-US" alt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7080" y="3778885"/>
            <a:ext cx="1243965" cy="24638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568180" y="3198495"/>
            <a:ext cx="1540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Edit Diary</a:t>
            </a:r>
            <a:endParaRPr lang="en-US" alt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03505" y="696595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Map Location + Search</a:t>
            </a:r>
            <a:endParaRPr lang="en-US" sz="30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885" y="1321435"/>
            <a:ext cx="2370455" cy="4822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820" y="1391920"/>
            <a:ext cx="2252345" cy="4585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3F4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29004" y="527685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Expenses</a:t>
            </a:r>
            <a:endParaRPr 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504950"/>
            <a:ext cx="1969770" cy="41186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685" y="1781810"/>
            <a:ext cx="1962785" cy="33896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245" y="1731010"/>
            <a:ext cx="1697990" cy="335343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rcRect b="41869"/>
          <a:stretch>
            <a:fillRect/>
          </a:stretch>
        </p:blipFill>
        <p:spPr>
          <a:xfrm>
            <a:off x="9466580" y="667385"/>
            <a:ext cx="2109470" cy="251142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956685" y="1214755"/>
            <a:ext cx="20548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Write </a:t>
            </a: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Expenses</a:t>
            </a:r>
            <a:endParaRPr 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20" name="Text 0"/>
          <p:cNvSpPr/>
          <p:nvPr/>
        </p:nvSpPr>
        <p:spPr>
          <a:xfrm>
            <a:off x="6604000" y="1146175"/>
            <a:ext cx="231330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View </a:t>
            </a: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Expenses</a:t>
            </a:r>
            <a:endParaRPr 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33865" y="252730"/>
            <a:ext cx="2858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Select </a:t>
            </a: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Expenses</a:t>
            </a:r>
            <a:endParaRPr lang="en-US" alt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568180" y="3198495"/>
            <a:ext cx="20789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Edit </a:t>
            </a:r>
            <a:r>
              <a:rPr 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Expenses</a:t>
            </a:r>
            <a:endParaRPr lang="en-US" altLang="en-US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9945" y="3726815"/>
            <a:ext cx="1774825" cy="26904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7424" y="527050"/>
            <a:ext cx="727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Personal Homepage</a:t>
            </a:r>
            <a:endParaRPr lang="en-US" altLang="zh-CN" sz="30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300" y="1202690"/>
            <a:ext cx="2331085" cy="47237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75" y="1315085"/>
            <a:ext cx="2733675" cy="46780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2.xml><?xml version="1.0" encoding="utf-8"?>
<p:tagLst xmlns:p="http://schemas.openxmlformats.org/presentationml/2006/main">
  <p:tag name="KSO_WM_DIAGRAM_VIRTUALLY_FRAME" val="{&quot;height&quot;:39.6,&quot;left&quot;:272.1,&quot;top&quot;:348.35,&quot;width&quot;:396.95}"/>
</p:tagLst>
</file>

<file path=ppt/tags/tag3.xml><?xml version="1.0" encoding="utf-8"?>
<p:tagLst xmlns:p="http://schemas.openxmlformats.org/presentationml/2006/main">
  <p:tag name="KSO_WM_DIAGRAM_VIRTUALLY_FRAME" val="{&quot;height&quot;:384,&quot;left&quot;:339.4,&quot;top&quot;:98.35,&quot;width&quot;:520.95}"/>
</p:tagLst>
</file>

<file path=ppt/tags/tag4.xml><?xml version="1.0" encoding="utf-8"?>
<p:tagLst xmlns:p="http://schemas.openxmlformats.org/presentationml/2006/main">
  <p:tag name="KSO_WM_DIAGRAM_VIRTUALLY_FRAME" val="{&quot;height&quot;:384,&quot;left&quot;:339.4,&quot;top&quot;:98.35,&quot;width&quot;:520.95}"/>
</p:tagLst>
</file>

<file path=ppt/tags/tag5.xml><?xml version="1.0" encoding="utf-8"?>
<p:tagLst xmlns:p="http://schemas.openxmlformats.org/presentationml/2006/main">
  <p:tag name="KSO_WM_DIAGRAM_VIRTUALLY_FRAME" val="{&quot;height&quot;:384,&quot;left&quot;:564.35,&quot;top&quot;:98.35,&quot;width&quot;:29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WPS 演示</Application>
  <PresentationFormat>On-screen Show (16:9)</PresentationFormat>
  <Paragraphs>42</Paragraphs>
  <Slides>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WanderLog App Journey</dc:title>
  <dc:creator>Kimi</dc:creator>
  <dc:subject>WanderLog App Journey</dc:subject>
  <cp:lastModifiedBy>这个黄同学</cp:lastModifiedBy>
  <cp:revision>27</cp:revision>
  <dcterms:created xsi:type="dcterms:W3CDTF">2025-10-14T14:27:00Z</dcterms:created>
  <dcterms:modified xsi:type="dcterms:W3CDTF">2025-12-23T09:58:41Z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{"Label":"WanderLog App Journey","ContentProducer":"001191110108MACG2KBH8F10000","ProduceID":"d3n5m8uc8f2489o7pv20","ReservedCode1":"","ContentPropagator":"001191110108MACG2KBH8F20000","PropagateID":"d3n5m8uc8f2489o7pv20","ReservedCode2":""}</vt:lpwstr>
  </property>
  <property fmtid="{D5CDD505-2E9C-101B-9397-08002B2CF9AE}" pid="3" name="ICV">
    <vt:lpwstr>A503C5B60CAF482B9254B772292CCF1C_13</vt:lpwstr>
  </property>
  <property fmtid="{D5CDD505-2E9C-101B-9397-08002B2CF9AE}" pid="4" name="KSOProductBuildVer">
    <vt:lpwstr>2052-12.1.0.24034</vt:lpwstr>
  </property>
</Properties>
</file>